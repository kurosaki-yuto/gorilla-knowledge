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AIで変わる働き方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チーム・組織でのAI活用戦略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AI-106   |   全社員向け（AI-101修了者）   |   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AI時代に求められる3つのスキル（質問力・判断力・創造力）を説明できる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チームでのAI活用事例と導入ステップを理解できる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今後のAIトレンド（エージェント・マルチモーダル等）をイメージできる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AIと人間の役割分担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3474720" cy="2926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347472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AIが得意なこと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2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810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大量データの高速処理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37744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313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パターン認識・分類</a:t>
            </a:r>
            <a:endParaRPr lang="en-US" sz="1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88036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2816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定型作業の自動化</a:t>
            </a:r>
            <a:endParaRPr lang="en-US" sz="1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38328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3319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24時間・365日稼働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4983480" y="1097280"/>
            <a:ext cx="3474720" cy="2926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4983480" y="1097280"/>
            <a:ext cx="3474720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1325880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66928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人間が得意なこと</a:t>
            </a:r>
            <a:endParaRPr lang="en-US" sz="18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1874520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577840" y="1810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文脈の理解と共感</a:t>
            </a:r>
            <a:endParaRPr lang="en-US" sz="16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2377440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577840" y="2313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創造的な判断</a:t>
            </a:r>
            <a:endParaRPr lang="en-US" sz="16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2880360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577840" y="2816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倫理的な意思決定</a:t>
            </a:r>
            <a:endParaRPr lang="en-US" sz="16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3383280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577840" y="3319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信頼関係の構築</a:t>
            </a:r>
            <a:endParaRPr lang="en-US" sz="16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4840" y="2331720"/>
            <a:ext cx="457200" cy="457200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20"/>
          <p:cNvSpPr/>
          <p:nvPr/>
        </p:nvSpPr>
        <p:spPr>
          <a:xfrm>
            <a:off x="960120" y="416052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「奪われる」ではなく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「役割分担する」</a:t>
            </a:r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がこれからの働き方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AI時代に求められる3つのスキル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質問力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2980" y="30175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的確な指示で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AIの力を引き出す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06140" y="1051560"/>
            <a:ext cx="2331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判断力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89020" y="30175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AIの出力を評価し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正しく使う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012180" y="1051560"/>
            <a:ext cx="2331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創造力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95060" y="30175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AIにできない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発想・企画を生む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営業チームでのAI活用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提案書自動生成 → 人間がカスタマイズ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45920"/>
            <a:ext cx="3200400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6012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過去の提案書・製品情報から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たたき台を自動生成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14884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92040" y="1645920"/>
            <a:ext cx="3200400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8288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16636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顧客の課題に合わせて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内容をカスタマイズ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85800" y="3337560"/>
            <a:ext cx="3657600" cy="50292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提案書作成時間 50%短縮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800600" y="3337560"/>
            <a:ext cx="3657600" cy="50292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290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顧客対応件数 1.5倍に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914400" cy="256032"/>
          </a:xfrm>
          <a:prstGeom prst="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管理部門でのAI活用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経費精算・報告書の自動化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45920"/>
            <a:ext cx="3200400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6012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経費データ自動分類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異常値検知・報告書下書き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14884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92040" y="1645920"/>
            <a:ext cx="3200400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8288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16636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最終確認と承認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分析・改善提案に集中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85800" y="3337560"/>
            <a:ext cx="3657600" cy="50292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月次処理時間 60%削減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800600" y="3337560"/>
            <a:ext cx="3657600" cy="50292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290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入力ミス ほぼゼロに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914400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企画部門でのAI活用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マーケティング分析・コンテンツ生成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45920"/>
            <a:ext cx="3200400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6012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市場データ分析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トレンド抽出・文案下書き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14884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92040" y="1645920"/>
            <a:ext cx="3200400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8288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16636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戦略立案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クリエイティブの最終仕上げ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85800" y="3337560"/>
            <a:ext cx="3657600" cy="50292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リサーチ工数 70%削減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800600" y="3337560"/>
            <a:ext cx="3657600" cy="50292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290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施策スピード 2倍に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AI導入の4ステップ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08660" y="1097280"/>
            <a:ext cx="16916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" y="1097280"/>
            <a:ext cx="1691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3716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866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課題特定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82980" y="2514600"/>
            <a:ext cx="1143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" y="26517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「何に時間がかかるか」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をリストアップ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5164" y="2267712"/>
            <a:ext cx="182880" cy="1828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20340" y="1097280"/>
            <a:ext cx="16916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20340" y="1097280"/>
            <a:ext cx="16916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3337560" y="137160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272034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ツール選定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994660" y="2514600"/>
            <a:ext cx="1143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57500" y="26517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課題に合ったAIツールを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選ぶ（セキュリティも確認）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2267712"/>
            <a:ext cx="182880" cy="1828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732020" y="1097280"/>
            <a:ext cx="16916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732020" y="1097280"/>
            <a:ext cx="16916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19"/>
          <p:cNvSpPr/>
          <p:nvPr/>
        </p:nvSpPr>
        <p:spPr>
          <a:xfrm>
            <a:off x="5349240" y="13716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73202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小さく試す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5006340" y="2514600"/>
            <a:ext cx="1143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69180" y="26517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1チーム・1業務で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トライアル実施</a:t>
            </a:r>
            <a:endParaRPr lang="en-US" sz="13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4" y="2267712"/>
            <a:ext cx="182880" cy="18288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743700" y="1097280"/>
            <a:ext cx="16916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743700" y="1097280"/>
            <a:ext cx="1691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5"/>
          <p:cNvSpPr/>
          <p:nvPr/>
        </p:nvSpPr>
        <p:spPr>
          <a:xfrm>
            <a:off x="7360920" y="13716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6"/>
          <p:cNvSpPr/>
          <p:nvPr/>
        </p:nvSpPr>
        <p:spPr>
          <a:xfrm>
            <a:off x="674370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7018020" y="2514600"/>
            <a:ext cx="1143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880860" y="26517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知見をマニュアル化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他チームに広げる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685800" y="3840480"/>
            <a:ext cx="7772400" cy="41148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04488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80160" y="3840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「小さく始めて、大きく広げる」が成功の秘訣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AIトレンド 2025-2026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32588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4630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148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37260" y="2606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複数のタスクを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自律的にこなすAI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74420" y="3337560"/>
            <a:ext cx="17830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7260" y="34747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会議設定→案内メール→資料準備を一括実行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06140" y="1051560"/>
            <a:ext cx="23317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1960" y="132588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46304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06140" y="2148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マルチモーダルAI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543300" y="2606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テキスト・画像・音声を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統合的に扱えるAI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680460" y="3337560"/>
            <a:ext cx="17830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43300" y="34747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写真を見せて「要約して」が可能に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012180" y="1051560"/>
            <a:ext cx="23317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1"/>
          <p:cNvSpPr/>
          <p:nvPr/>
        </p:nvSpPr>
        <p:spPr>
          <a:xfrm>
            <a:off x="6858000" y="132588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46304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012180" y="2148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ローカルAI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6149340" y="2606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社内環境で動かせる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小型AI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286500" y="3337560"/>
            <a:ext cx="17830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149340" y="34747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機密データを外に出さずにAI活用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学び続ける3つの方法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45720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23444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258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日常業務でAIを使ってみる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メールの下書き、議事録の整理、ちょっとした調べ物。毎日1回でもAIを使う習慣をつけましょう。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148840"/>
            <a:ext cx="45720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AI関連ニュースをキャッチアップ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新しいツールや機能は次々に登場します。週に一度でもAI関連の記事に目を通しておくと差がつきます。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200400"/>
            <a:ext cx="45720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33756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4290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社内共有会で知見を共有する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自分の便利な使い方をシェアし、他の人のアイデアをもらう。チーム全体のAIスキルが底上げされます。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役割分担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80360" y="10972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AIが得意なことはAIに、人間は人間にしかできないことに集中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3つのスキル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0360" y="1965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質問力・判断力・創造力を磨く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導入ステップ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80360" y="28346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課題特定 → ツール選定 → 小さく試す → 展開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未来のトレンド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80360" y="3703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 / マルチモーダル / ローカルAIが進化中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AI研修シリーズ 全6コース修了！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828800" y="2103120"/>
            <a:ext cx="54864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1828800" y="2286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0" y="2971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0" y="3611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学んだことを明日から実践しましょう！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AI-106: AIで変わる働き方 — チーム・組織でのAI活用戦略</dc:title>
  <dc:subject>PptxGenJS Presentation</dc:subject>
  <dc:creator>Gorilla Knowledge</dc:creator>
  <cp:lastModifiedBy>Gorilla Knowledge</cp:lastModifiedBy>
  <cp:revision>1</cp:revision>
  <dcterms:created xsi:type="dcterms:W3CDTF">2026-03-19T15:05:24Z</dcterms:created>
  <dcterms:modified xsi:type="dcterms:W3CDTF">2026-03-19T15:05:24Z</dcterms:modified>
</cp:coreProperties>
</file>