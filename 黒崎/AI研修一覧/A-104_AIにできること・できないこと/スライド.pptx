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82296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AIにできること・できないこと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2026年最新版 — 得意と苦手を知って、正しく使いこなす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   |   全社員向け入門   |   20分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AIの得意領域（文章生成、要約、翻訳、分析、コード生成）を具体例で説明できる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73736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AIの苦手領域（ハルシネーション、最新情報、感情・倫理、計算）を理解する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7432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0632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「AIに任せること」と「人が判断すること」の線引きができる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7101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AIが得意な4つの領域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1828800" cy="201168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344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文章生成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要約・翻訳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697480" y="1051560"/>
            <a:ext cx="1828800" cy="201168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344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パターン認識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709160" y="1051560"/>
            <a:ext cx="1828800" cy="201168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34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20840" y="1051560"/>
            <a:ext cx="1828800" cy="201168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23444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208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アイデア出し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ブレスト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2" name="Text 16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共通点: 大量のデータからパターンを見つけて再現する作業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得意① 文章生成・要約・翻訳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メール下書き → 数秒で完成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議事録要約 → 1時間分を3行に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ビジネス翻訳 → 文脈理解した自然な訳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多言語化 → 日英中韓を一括生成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1005840"/>
            <a:ext cx="3200400" cy="2011680"/>
          </a:xfrm>
          <a:prstGeom prst="rect">
            <a:avLst>
              <a:gd name="adj" fmla="val 363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時間比較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0" y="18745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人間だけ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1508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40880" y="14173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5分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040880" y="18745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確認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「ゼロから作る」時間を劇的に短縮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得意② データ分析・パターン認識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売上データの季節トレンド発見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アンケート自由記述を自動分類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CSV/Excelの傾向を自然言語で解説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1005840"/>
            <a:ext cx="3200400" cy="2011680"/>
          </a:xfrm>
          <a:prstGeom prst="rect">
            <a:avLst>
              <a:gd name="adj" fmla="val 3636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2026年の進化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マルチモーダル対応が標準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テキスト + 画像 + 音声 + 動画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を統合的に分析可能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データの形式を問わず、パターンを見つけ出すのがAIの真骨頂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得意③ コード生成・プログラミング支援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Excelマクロの自動生成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Webページ/アプリの作成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データ整形スクリプト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1005840"/>
            <a:ext cx="3200400" cy="2011680"/>
          </a:xfrm>
          <a:prstGeom prst="rect">
            <a:avLst>
              <a:gd name="adj" fmla="val 3636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2026年: AIエージェント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4173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コード生成だけでなく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テスト・修正まで自律実行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プログラミングの民主化が本格的に進行中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得意④ アイデア出し・ブレインストーミング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企画アイデアを30個一気に生成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異なる視点からの代替案を提示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SWOT分析・ペルソナのたたき台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24時間いつでも壁打ち相手に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1005840"/>
            <a:ext cx="3200400" cy="2011680"/>
          </a:xfrm>
          <a:prstGeom prst="rect">
            <a:avLst>
              <a:gd name="adj" fmla="val 3636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051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役割分担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13716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量（種まき）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 → 質（選別・育成）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30個から使えるものを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人間が選ぶ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37160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AIが苦手な4つの領域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51560"/>
            <a:ext cx="1828800" cy="201168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051560"/>
            <a:ext cx="1828800" cy="36576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801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もっともらしい嘘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97480" y="1051560"/>
            <a:ext cx="1828800" cy="201168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97480" y="1051560"/>
            <a:ext cx="1828800" cy="3657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801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9748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最新情報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78892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リアルタイムに弱い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09160" y="1051560"/>
            <a:ext cx="1828800" cy="201168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09160" y="105156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8016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感情・倫理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80060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善悪の判断は不可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720840" y="1051560"/>
            <a:ext cx="1828800" cy="2011680"/>
          </a:xfrm>
          <a:prstGeom prst="rect">
            <a:avLst>
              <a:gd name="adj" fmla="val 4000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20840" y="1051560"/>
            <a:ext cx="1828800" cy="36576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128016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208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正確な計算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122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厳密性に欠ける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FEE2E2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これらをAIに任せると重大なミスにつながる可能性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苦手① ハルシネーション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実在しない論文・著者名を生成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存在しない法律の条文を引用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架空の統計データを提示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1005840"/>
            <a:ext cx="3200400" cy="2011680"/>
          </a:xfrm>
          <a:prstGeom prst="rect">
            <a:avLst>
              <a:gd name="adj" fmla="val 3636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もっともらしい嘘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「わかりません」と言えず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自信たっぷりに間違いを生成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9割正しくても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残り1割が致命的に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固有名詞・数値・引用は必ず一次ソースで裏取り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苦手② 最新情報・リアルタイムデータ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「今日の株価は?」→ でっちあげる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「最新の法改正は?」→ 古い情報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「昨日のニュースは?」→ 事実と異なる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03520" y="1005840"/>
            <a:ext cx="3200400" cy="2011680"/>
          </a:xfrm>
          <a:prstGeom prst="rect">
            <a:avLst>
              <a:gd name="adj" fmla="val 3636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Web検索付きでも注意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検索結果の要約にも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ハルシネーションが混ざる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検索結果自体が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古い場合もある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対策: 最新情報は必ず公式サイト・一次ソースで確認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苦手③ 感情理解・倫理判断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感情理解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文字パターンを認識するだけ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本当の気持ちはわからない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クレーム対応の謝罪文は書けるが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お客様の怒りの本質は理解できない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倫理判断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325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善悪の基準がない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組織の価値観を理解できない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 人事評価、懲戒処分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顧客トラブルの対応方針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291840"/>
            <a:ext cx="7772400" cy="457200"/>
          </a:xfrm>
          <a:prstGeom prst="rect">
            <a:avLst>
              <a:gd name="adj" fmla="val 10000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感情と倫理が絡む判断は、必ず人間が行う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苦手④ 正確な計算・論理の厳密性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840480" cy="731520"/>
          </a:xfrm>
          <a:prstGeom prst="rect">
            <a:avLst>
              <a:gd name="adj" fmla="val 7500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0241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なぜ苦手?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280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数式を計算しているのではなく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「それっぽい答え」をパターンから予測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桁数の多い計算 → 微妙に間違える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見積書の合計 → 端数が合わない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複雑な論理推論 → 条件が増えるとミス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03520" y="1005840"/>
            <a:ext cx="3200400" cy="2011680"/>
          </a:xfrm>
          <a:prstGeom prst="rect">
            <a:avLst>
              <a:gd name="adj" fmla="val 3636"/>
            </a:avLst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正しい役割分担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1463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何を計算すべきか整理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数式の作成支援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463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Excel/電卓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実際の計算実行</a:t>
            </a:r>
            <a:endParaRPr lang="en-US" sz="10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数値の検証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969264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2026年の進化 — 改善された領域と残る課題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3657600" cy="2286000"/>
          </a:xfrm>
          <a:prstGeom prst="rect">
            <a:avLst>
              <a:gd name="adj" fmla="val 3200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改善された領域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推論特化(o3系) → 数学精度向上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マルチモーダル → 画像+音声+動画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286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AIエージェント → 自律タスク実行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005840"/>
            <a:ext cx="3657600" cy="2286000"/>
          </a:xfrm>
          <a:prstGeom prst="rect">
            <a:avLst>
              <a:gd name="adj" fmla="val 3200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依然として苦手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14630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ハルシネーション → むしろ巧妙化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1874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最新情報 → 本質的限界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2286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倫理判断 → 善悪の基準は持てない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520440"/>
            <a:ext cx="7772400" cy="457200"/>
          </a:xfrm>
          <a:prstGeom prst="rect">
            <a:avLst>
              <a:gd name="adj" fmla="val 10000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進化を正しく評価しつつ、過信しないことが大切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37160"/>
            <a:ext cx="1271016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7160"/>
            <a:ext cx="1271016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457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AIと人間の役割分担フレームワーク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005840"/>
            <a:ext cx="2468880" cy="2103120"/>
          </a:xfrm>
          <a:prstGeom prst="rect">
            <a:avLst>
              <a:gd name="adj" fmla="val 3478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AI任せOK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下書き・要約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翻訳・データ整理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アイデア出し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1005840"/>
            <a:ext cx="2468880" cy="2103120"/>
          </a:xfrm>
          <a:prstGeom prst="rect">
            <a:avLst>
              <a:gd name="adj" fmla="val 3478"/>
            </a:avLst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AI+人間チェック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分析結果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リサーチまとめ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468880" cy="2103120"/>
          </a:xfrm>
          <a:prstGeom prst="rect">
            <a:avLst>
              <a:gd name="adj" fmla="val 3478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051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人間が判断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463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最終意思決定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倫理・法的判断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感情対応・機密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777240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337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「AIは優秀なアシスタント。最終判断は人間の仕事。」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今日のまとめ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777240"/>
            <a:ext cx="2468880" cy="256032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AIの得意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文章生成・要約・翻訳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データ分析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アイデア出し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777240"/>
            <a:ext cx="2468880" cy="256032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AIの苦手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66160" y="12801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ハルシネーション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最新情報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感情・倫理判断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正確な計算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777240"/>
            <a:ext cx="2468880" cy="2560320"/>
          </a:xfrm>
          <a:prstGeom prst="rect">
            <a:avLst>
              <a:gd name="adj" fmla="val 296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868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線引き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28016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AI任せ / チェック付き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人間判断の3段階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ファクトチェック必須</a:t>
            </a:r>
            <a:endParaRPr lang="en-US" sz="14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最終判断は人間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3657600"/>
            <a:ext cx="4572000" cy="548640"/>
          </a:xfrm>
          <a:prstGeom prst="rect">
            <a:avLst>
              <a:gd name="adj" fmla="val 10000"/>
            </a:avLst>
          </a:prstGeom>
          <a:solidFill>
            <a:srgbClr val="2D4A7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657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 → 80%以上で修了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ご視聴ありがとうございました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200400" y="242316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A-104 AIにできること・できないこと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次のステップ: 確認テスト → A-105 プロンプトの基本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A-104: AIにできること・できないこと</dc:title>
  <dc:subject>PptxGenJS Presentation</dc:subject>
  <dc:creator>Gorilla Knowledge</dc:creator>
  <cp:lastModifiedBy>Gorilla Knowledge</cp:lastModifiedBy>
  <cp:revision>1</cp:revision>
  <dcterms:created xsi:type="dcterms:W3CDTF">2026-03-30T12:07:05Z</dcterms:created>
  <dcterms:modified xsi:type="dcterms:W3CDTF">2026-03-30T12:07:05Z</dcterms:modified>
</cp:coreProperties>
</file>