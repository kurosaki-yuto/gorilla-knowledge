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クオリティ改善と次のステップ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 | P-05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   |   マーケティング担当者・SNS運用者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うまくいかない主な原因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内容が曖昧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「ビジネスの画像」では範囲が広すぎる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雰囲気が不明確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「いい感じ」ではAIに伝わらない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構図が未指定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毎回ランダムな配置になる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曖昧な表現を避ける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ビジネスの画像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スーツを着た30代男性がオフィスでPCを操作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範囲が広すぎる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「誰が」「何を」「どこで」を具体化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雰囲気を具体化する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612648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OK（雰囲気ワード）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いい感じ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173736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7373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信頼感・プロフェッショナル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かっこいい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2377440"/>
            <a:ext cx="6126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3774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高級感・プレミアム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優しい感じ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301752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30175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ナチュラル・親しみやすい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先進的な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3657600"/>
            <a:ext cx="6126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65760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未来感・テクノロジー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あったかい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331720" y="429768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42976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温かみ・アットホーム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構図を指定する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中央配置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中央にメイン被写体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左右分割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左にテキスト、右に人物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俯瞰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上から見下ろすアングル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商品・食べ物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クローズアップ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商品や顔のアップ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詳細訴求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改善テンプレート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この順番で書くとAIに伝わりやすくなる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改善テンプレート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誰が何をしているか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場所・背景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雰囲気（2〜3語）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改善テンプレート（続き）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構図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カラー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サイズ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【実演】NG vs OK 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「ビジネスの画像を作って」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改善テンプレートで具体化した版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Q&amp;A：商用利用について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使用OK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汎用的なビジネス画像はそのまま商用利用可能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実在の企業ロゴ・特定キャラクター・有名人に似た表現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修正の3ステップ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誰が何をしているかを具体化する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雰囲気（信頼感・高級感など）を追加する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構図（左右・中央など）を指定する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静止画でマーケティング素材を作った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同じスキルで動画を作る → AI動画生成（Veo3）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講座全体のまとめ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AI画像生成の利点とGeminiの使い方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最初の1枚を作る基本操作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SNS素材をテンプレートで量産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広告バナーをテンプレートで制作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457200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57200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97480" y="4572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クオリティ改善と次のステップ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AI動画生成（Veo3）講座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IMG-05: クオリティ改善と次のステップ</dc:title>
  <dc:subject>PptxGenJS Presentation</dc:subject>
  <dc:creator>Gorilla Knowledge</dc:creator>
  <cp:lastModifiedBy>Gorilla Knowledge</cp:lastModifiedBy>
  <cp:revision>1</cp:revision>
  <dcterms:created xsi:type="dcterms:W3CDTF">2026-04-06T01:21:13Z</dcterms:created>
  <dcterms:modified xsi:type="dcterms:W3CDTF">2026-04-06T01:21:13Z</dcterms:modified>
</cp:coreProperties>
</file>