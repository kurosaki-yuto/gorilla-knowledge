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SNS素材テンプレート実践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AI画像生成 | P-03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IMG-03   |   マーケティング担当者・SNS運用者   |   15分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なぜSNSから始めるか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使用頻度が高い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毎日〜週数回投稿する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難易度が低い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正方形1枚でOK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成果が出やすい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いいね・保存で効果が見える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SNS素材テンプレート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6項目を埋めるだけで、安定した画像が毎回作れる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テンプレート項目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テーマ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ターゲット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雰囲気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テンプレート項目（続き）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カラー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構図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サイズ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活用例①: ビジネス系投稿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リモートワーク効率化のコツ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内容設定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テーマ: リモートワーク効率化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ターゲット: 30代IT企業社員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雰囲気: スマートで清潔感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ビジュアル設定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カラー: ネイビーとライトグレー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構図: 左にPC、右に観葉植物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サイズ: 正方形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【実演】ビジネス系画像を生成する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294894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031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テンプレ入力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6888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031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6項目を埋めて送信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0916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0916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555498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916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結果確認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7492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0916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生成された画像を確認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活用例②: 美容・ライフスタイル系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朝のスキンケアルーティン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内容設定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テーマ: スキンケアルーティン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ターゲット: 20代女性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雰囲気: ナチュラルで柔らかい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ビジュアル設定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カラー: ピンクベージュと白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構図: 中央に商品、大理石背景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サイズ: 正方形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活用例③: 飲食系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週末限定ランチメニュー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内容設定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テーマ: 週末限定ランチ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ターゲット: 30〜40代ファミリー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雰囲気: 温かみのある美味しそうな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ビジュアル設定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カラー: オレンジとブラウン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構図: 俯瞰でテーブル全体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サイズ: 正方形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SNSプラットフォーム別サイズ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プラットフォーム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推奨サイズ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指示方法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Instagram投稿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1080×1080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正方形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Instagramストーリー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1080×1920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縦長（9:16）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X（Twitter）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1200×675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横長（16:9）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Facebookフィード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1200×630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横長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量産のコツ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テーマだけ差し替え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カラー・雰囲気はシリーズで統一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3パターン生成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1テーマで3つ作ってベストを選ぶ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プロンプト保存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気に入ったものはメモ帳に保存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6項目を埋めるだけで安定して作れる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業種を問わず同じテンプレートが使える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テーマだけ差し替えれば量産できる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P-04 広告バナー制作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IMG-03: SNS素材テンプレート実践</dc:title>
  <dc:subject>PptxGenJS Presentation</dc:subject>
  <dc:creator>Gorilla Knowledge</dc:creator>
  <cp:lastModifiedBy>Gorilla Knowledge</cp:lastModifiedBy>
  <cp:revision>1</cp:revision>
  <dcterms:created xsi:type="dcterms:W3CDTF">2026-04-06T01:21:12Z</dcterms:created>
  <dcterms:modified xsi:type="dcterms:W3CDTF">2026-04-06T01:21:12Z</dcterms:modified>
</cp:coreProperties>
</file>