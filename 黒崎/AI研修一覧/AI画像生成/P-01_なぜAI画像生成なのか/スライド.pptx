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AI画像生成でマーケティング素材を量産する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5B | AI画像生成 P-01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IMG-01   |   マーケティング担当者・SNS運用者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この講座が終わったら、あなたは...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SNS投稿用の画像を自分で作れるようになる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広告バナーを自分で作れるようになる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「どう指示すればいいか」がわかる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今日のアジェンダ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なぜAI画像生成なのか（現在）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まず1枚作る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SNS素材テンプレート実践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広告バナー制作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" y="42976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331720" y="42976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0" name="Text 38"/>
          <p:cNvSpPr/>
          <p:nvPr/>
        </p:nvSpPr>
        <p:spPr>
          <a:xfrm>
            <a:off x="2331720" y="4297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クオリティ改善と次のステップ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394960" y="429768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2" name="Text 40"/>
          <p:cNvSpPr/>
          <p:nvPr/>
        </p:nvSpPr>
        <p:spPr>
          <a:xfrm>
            <a:off x="5394960" y="4297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マーケティング素材、こうなってませんか？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デザイナー待ち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依頼→確認→修正→納品で1週間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外注コスト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バナー1枚5,000円〜、月10枚で5万円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テンプレ頼み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Canvaのテンプレで他社と被る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AI画像生成なら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AI画像生成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制作時間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数日〜1週間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1枚5,000円〜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実質0円（既存プラン内）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Photoshop等の専門知識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日本語で指示するだけ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バリエーション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追加料金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何パターンでも生成可能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今回使用するツール：Gemini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日本語対応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日本語でそのまま指示できる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設定不要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複雑な設定が不要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即座に生成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入力後すぐに画像が生成される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Geminiの画像生成機能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Geminiのチャット画面から「画像を作って」と書くだけで起動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チャット画面からそのまま使える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特別な設定やモード切替は不要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無料プランでも利用可能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他のツール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Midjourney: 英語必須・Discord操作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DALL-E: OpenAIアカウント必要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Stable Diffusion: 環境構築が複雑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この講座で作るもの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294894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031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SNS投稿画像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6888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031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X / Facebook 用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0916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0916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555498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広告バナー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7492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091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Facebook広告 / Google広告 用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メリット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時間・コスト・スキルの壁をまとめて解消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Geminiなら日本語で指示するだけ。設定不要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SNS画像と広告バナーの2つをマスターする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P-02 まず1枚作る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IMG-01: なぜAI画像生成なのか</dc:title>
  <dc:subject>PptxGenJS Presentation</dc:subject>
  <dc:creator>Gorilla Knowledge</dc:creator>
  <cp:lastModifiedBy>Gorilla Knowledge</cp:lastModifiedBy>
  <cp:revision>1</cp:revision>
  <dcterms:created xsi:type="dcterms:W3CDTF">2026-04-06T01:17:04Z</dcterms:created>
  <dcterms:modified xsi:type="dcterms:W3CDTF">2026-04-06T01:17:04Z</dcterms:modified>
</cp:coreProperties>
</file>