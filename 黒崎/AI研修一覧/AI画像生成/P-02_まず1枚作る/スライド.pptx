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960" y="91440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まず1枚作る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3200400" y="2697480"/>
            <a:ext cx="2743200" cy="0"/>
          </a:xfrm>
          <a:prstGeom prst="line">
            <a:avLst/>
          </a:prstGeom>
          <a:noFill/>
          <a:ln w="19050">
            <a:solidFill>
              <a:srgbClr val="93C5F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3C5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AI画像生成 | P-02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IMG-02   |   マーケティング担当者・SNS運用者   |   10分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このパートが終わったら、あなたは...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85800" y="118872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417320" y="114300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Geminiで画像を生成する基本操作ができる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19202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4028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417320" y="219456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プロンプトの基本構造がわかる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85800" y="297180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291840"/>
            <a:ext cx="502920" cy="502920"/>
          </a:xfrm>
          <a:prstGeom prst="ellipse">
            <a:avLst/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417320" y="3246120"/>
            <a:ext cx="6858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自分の業務用画像を1枚作れる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準備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gemini.google.com を開く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Googleアカウントでログイン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5" name="Shape 19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チャット画面が表示されればOK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最初の1枚を作ってみよう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7772400" cy="914400"/>
          </a:xfrm>
          <a:prstGeom prst="rect">
            <a:avLst/>
          </a:prstGeom>
          <a:solidFill>
            <a:srgbClr val="DBEAFE"/>
          </a:solidFill>
          <a:ln/>
        </p:spPr>
      </p:sp>
      <p:sp>
        <p:nvSpPr>
          <p:cNvPr id="8" name="Text 6"/>
          <p:cNvSpPr/>
          <p:nvPr/>
        </p:nvSpPr>
        <p:spPr>
          <a:xfrm>
            <a:off x="960120" y="1051560"/>
            <a:ext cx="7223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仕事効率化をテーマにしたInstagram投稿用の画像を作成してください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8580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プロンプト内容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5156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20代ビジネスマン向け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5156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未来感のある雰囲気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5156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青と白を基調</a:t>
            </a:r>
            <a:endParaRPr lang="en-US" sz="160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3017520"/>
            <a:ext cx="457200" cy="457200"/>
          </a:xfrm>
          <a:prstGeom prst="rect">
            <a:avLst/>
          </a:prstGeom>
        </p:spPr>
      </p:pic>
      <p:sp>
        <p:nvSpPr>
          <p:cNvPr id="15" name="Shape 12"/>
          <p:cNvSpPr/>
          <p:nvPr/>
        </p:nvSpPr>
        <p:spPr>
          <a:xfrm>
            <a:off x="4983480" y="2240280"/>
            <a:ext cx="3200400" cy="2103120"/>
          </a:xfrm>
          <a:prstGeom prst="rect">
            <a:avLst/>
          </a:prstGeom>
          <a:solidFill>
            <a:srgbClr val="FAFBFC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83480" y="23774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構図・サイズ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5349240" y="2880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中央に人物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5349240" y="3383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背景はデジタル表現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349240" y="3886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正方形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【実演】画像を生成する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-50292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50292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34290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06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-5029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入力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-1371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-5029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プロンプトを入力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366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210312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210312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294894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610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1031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送信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246888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21031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送信ボタンを押す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970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470916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470916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555498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9214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0916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確認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507492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470916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生成結果を確認</a:t>
            </a:r>
            <a:endParaRPr lang="en-US" sz="16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95744" y="2423160"/>
            <a:ext cx="182880" cy="18288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73152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731520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Shape 25"/>
          <p:cNvSpPr/>
          <p:nvPr/>
        </p:nvSpPr>
        <p:spPr>
          <a:xfrm>
            <a:off x="81610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98180" y="1554480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73152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保存</a:t>
            </a:r>
            <a:endParaRPr lang="en-US" sz="1800" dirty="0"/>
          </a:p>
        </p:txBody>
      </p:sp>
      <p:sp>
        <p:nvSpPr>
          <p:cNvPr id="36" name="Shape 27"/>
          <p:cNvSpPr/>
          <p:nvPr/>
        </p:nvSpPr>
        <p:spPr>
          <a:xfrm>
            <a:off x="76809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73152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画像をダウンロード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プロンプトの基本構造（5要素）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-18059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-180594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Shape 7"/>
          <p:cNvSpPr/>
          <p:nvPr/>
        </p:nvSpPr>
        <p:spPr>
          <a:xfrm>
            <a:off x="-96012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822960" y="155448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-18059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-144018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-18059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何を作りたいか</a:t>
            </a:r>
            <a:endParaRPr lang="en-US" sz="16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644" y="2423160"/>
            <a:ext cx="182880" cy="18288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010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0010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7" name="Shape 13"/>
          <p:cNvSpPr/>
          <p:nvPr/>
        </p:nvSpPr>
        <p:spPr>
          <a:xfrm>
            <a:off x="164592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554480"/>
            <a:ext cx="365760" cy="3657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0010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ターゲット</a:t>
            </a:r>
            <a:endParaRPr lang="en-US" sz="1800" dirty="0"/>
          </a:p>
        </p:txBody>
      </p:sp>
      <p:sp>
        <p:nvSpPr>
          <p:cNvPr id="20" name="Shape 15"/>
          <p:cNvSpPr/>
          <p:nvPr/>
        </p:nvSpPr>
        <p:spPr>
          <a:xfrm>
            <a:off x="116586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001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誰向けか</a:t>
            </a:r>
            <a:endParaRPr lang="en-US" sz="16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684" y="2423160"/>
            <a:ext cx="182880" cy="182880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340614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3406140" y="1051560"/>
            <a:ext cx="233172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5" name="Shape 19"/>
          <p:cNvSpPr/>
          <p:nvPr/>
        </p:nvSpPr>
        <p:spPr>
          <a:xfrm>
            <a:off x="4251960" y="1417320"/>
            <a:ext cx="640080" cy="64008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9120" y="155448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40614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雰囲気</a:t>
            </a:r>
            <a:endParaRPr lang="en-US" sz="1800" dirty="0"/>
          </a:p>
        </p:txBody>
      </p:sp>
      <p:sp>
        <p:nvSpPr>
          <p:cNvPr id="28" name="Shape 21"/>
          <p:cNvSpPr/>
          <p:nvPr/>
        </p:nvSpPr>
        <p:spPr>
          <a:xfrm>
            <a:off x="377190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34061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どんな印象か</a:t>
            </a:r>
            <a:endParaRPr lang="en-US" sz="1600" dirty="0"/>
          </a:p>
        </p:txBody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92724" y="2423160"/>
            <a:ext cx="182880" cy="18288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01218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6012180" y="1051560"/>
            <a:ext cx="233172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3" name="Shape 25"/>
          <p:cNvSpPr/>
          <p:nvPr/>
        </p:nvSpPr>
        <p:spPr>
          <a:xfrm>
            <a:off x="6858000" y="1417320"/>
            <a:ext cx="640080" cy="64008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95160" y="1554480"/>
            <a:ext cx="365760" cy="365760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01218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カラー</a:t>
            </a:r>
            <a:endParaRPr lang="en-US" sz="1800" dirty="0"/>
          </a:p>
        </p:txBody>
      </p:sp>
      <p:sp>
        <p:nvSpPr>
          <p:cNvPr id="36" name="Shape 27"/>
          <p:cNvSpPr/>
          <p:nvPr/>
        </p:nvSpPr>
        <p:spPr>
          <a:xfrm>
            <a:off x="637794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60121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何色を基調にするか</a:t>
            </a:r>
            <a:endParaRPr lang="en-US" sz="1600" dirty="0"/>
          </a:p>
        </p:txBody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98764" y="2423160"/>
            <a:ext cx="182880" cy="182880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8618220" y="1051560"/>
            <a:ext cx="233172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8618220" y="1051560"/>
            <a:ext cx="233172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41" name="Shape 31"/>
          <p:cNvSpPr/>
          <p:nvPr/>
        </p:nvSpPr>
        <p:spPr>
          <a:xfrm>
            <a:off x="9464040" y="1417320"/>
            <a:ext cx="640080" cy="64008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4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01200" y="1554480"/>
            <a:ext cx="365760" cy="365760"/>
          </a:xfrm>
          <a:prstGeom prst="rect">
            <a:avLst/>
          </a:prstGeom>
        </p:spPr>
      </p:pic>
      <p:sp>
        <p:nvSpPr>
          <p:cNvPr id="43" name="Text 32"/>
          <p:cNvSpPr/>
          <p:nvPr/>
        </p:nvSpPr>
        <p:spPr>
          <a:xfrm>
            <a:off x="8618220" y="228600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構図</a:t>
            </a:r>
            <a:endParaRPr lang="en-US" sz="1800" dirty="0"/>
          </a:p>
        </p:txBody>
      </p:sp>
      <p:sp>
        <p:nvSpPr>
          <p:cNvPr id="44" name="Shape 33"/>
          <p:cNvSpPr/>
          <p:nvPr/>
        </p:nvSpPr>
        <p:spPr>
          <a:xfrm>
            <a:off x="8983980" y="2880360"/>
            <a:ext cx="1600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861822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どんな配置か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要素を1つ変えるだけで印象が変わる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9728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カラー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097280"/>
            <a:ext cx="612648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109728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印象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3736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青と白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2331720" y="1737360"/>
            <a:ext cx="612648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4" name="Text 12"/>
          <p:cNvSpPr/>
          <p:nvPr/>
        </p:nvSpPr>
        <p:spPr>
          <a:xfrm>
            <a:off x="2331720" y="17373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未来感・クリーン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237744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オレンジと白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331720" y="2377440"/>
            <a:ext cx="6126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2331720" y="237744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活気・エネルギッシュ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0175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黒と金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331720" y="3017520"/>
            <a:ext cx="612648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2" name="Text 20"/>
          <p:cNvSpPr/>
          <p:nvPr/>
        </p:nvSpPr>
        <p:spPr>
          <a:xfrm>
            <a:off x="2331720" y="301752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高級感・プレミアム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solidFill>
            <a:srgbClr val="FAFBFC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365760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緑と白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331720" y="3657600"/>
            <a:ext cx="612648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331720" y="365760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ナチュラル・安心感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画像生成は「文章でデザインを作る作業」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51560"/>
            <a:ext cx="45720" cy="100584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1143000"/>
            <a:ext cx="548640" cy="54864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123444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783080" y="1097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操作スキル不要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1783080" y="1435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PhotoshopやIllustratorの操作スキルは一切不要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85800" y="2194560"/>
            <a:ext cx="45720" cy="10058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10"/>
          <p:cNvSpPr/>
          <p:nvPr/>
        </p:nvSpPr>
        <p:spPr>
          <a:xfrm>
            <a:off x="960120" y="2286000"/>
            <a:ext cx="548640" cy="548640"/>
          </a:xfrm>
          <a:prstGeom prst="ellipse">
            <a:avLst/>
          </a:prstGeom>
          <a:solidFill>
            <a:srgbClr val="DBEAF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37744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783080" y="2240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言語化が鍵</a:t>
            </a:r>
            <a:endParaRPr lang="en-US" sz="1800" dirty="0"/>
          </a:p>
        </p:txBody>
      </p:sp>
      <p:sp>
        <p:nvSpPr>
          <p:cNvPr id="16" name="Text 12"/>
          <p:cNvSpPr/>
          <p:nvPr/>
        </p:nvSpPr>
        <p:spPr>
          <a:xfrm>
            <a:off x="1783080" y="2578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必要なのは「何を作りたいか」を言葉にする力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85800" y="3337560"/>
            <a:ext cx="45720" cy="10058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Shape 14"/>
          <p:cNvSpPr/>
          <p:nvPr/>
        </p:nvSpPr>
        <p:spPr>
          <a:xfrm>
            <a:off x="960120" y="3429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1560" y="352044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783080" y="338328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改善も簡単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1783080" y="372160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うまくいかない時は、言葉をもっと具体的にするだけ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3200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3200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まとめ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4777740"/>
            <a:ext cx="77724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0" y="47960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85800" y="47960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IMG-02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" y="109728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097280"/>
            <a:ext cx="45720" cy="6858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1097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97480" y="109728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Geminiを開いてテキストを入力するだけで画像が作れる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96596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965960"/>
            <a:ext cx="45720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196596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構造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97480" y="196596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テーマ・ターゲット・雰囲気・カラー・構図の5要素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85800" y="2834640"/>
            <a:ext cx="7772400" cy="685800"/>
          </a:xfrm>
          <a:prstGeom prst="rect">
            <a:avLst/>
          </a:prstGeom>
          <a:solidFill>
            <a:srgbClr val="FFFFFF"/>
          </a:solidFill>
          <a:ln w="635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5720" cy="6858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28346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本質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97480" y="283464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画像生成は「文章でデザインを作る作業」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お疲れさまでした！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2286000" y="2103120"/>
            <a:ext cx="4572000" cy="20116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Text 2"/>
          <p:cNvSpPr/>
          <p:nvPr/>
        </p:nvSpPr>
        <p:spPr>
          <a:xfrm>
            <a:off x="2286000" y="22860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確認テスト（5問）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635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0" y="29718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80%以上の正答で修了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0" y="3474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次の動画: P-03 SNS素材テンプレート実践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IMG-02: まず1枚作る</dc:title>
  <dc:subject>PptxGenJS Presentation</dc:subject>
  <dc:creator>Gorilla Knowledge</dc:creator>
  <cp:lastModifiedBy>Gorilla Knowledge</cp:lastModifiedBy>
  <cp:revision>1</cp:revision>
  <dcterms:created xsi:type="dcterms:W3CDTF">2026-04-06T01:21:12Z</dcterms:created>
  <dcterms:modified xsi:type="dcterms:W3CDTF">2026-04-06T01:21:12Z</dcterms:modified>
</cp:coreProperties>
</file>