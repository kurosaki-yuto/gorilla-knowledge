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広告バナー制作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AI画像生成 | P-04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IMG-04   |   マーケティング担当者・広告運用者   |   12分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SNS素材と広告バナーの違い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SNS素材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広告バナー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認知・エンゲージメント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クリック・コンバージョン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 or 最小限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キャッチコピー必須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構図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テキスト配置を考慮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正方形が中心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横長が中心（1200×628）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広告バナーテンプレート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SNS素材の6項目 + キャッチコピー = 7項目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SNS素材から継承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テーマ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ターゲット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雰囲気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4389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カラー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広告で追加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キャッチコピー（NEW）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構図（テキスト位置を考慮）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サイズ（横長中心）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活用例①: BtoB広告バナー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業務効率化ツールの広告 — 「作業時間を50%削減」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内容設定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テーマ: 業務効率化ツール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コピー: 作業時間を50%削減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ターゲット: 中小企業の経営者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ビジュアル設定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雰囲気: 信頼感・プロフェッショナル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構図: 左にテキスト、右に人物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サイズ: 1200×628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【実演】BtoB広告バナーを生成する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294894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031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テンプレ入力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6888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031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7項目を埋めて送信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0916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0916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555498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916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結果確認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7492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0916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キャッチコピーと構図を確認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活用例②: BtoC広告バナー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オンラインヨガレッスン — 「初回無料体験」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内容設定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テーマ: オンラインヨガ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コピー: 初回無料体験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ターゲット: 30代女性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ビジュアル設定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雰囲気: リラックス・ナチュラル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構図: 中央に人物、上部にテキスト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カラー: パステルグリーン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構図指定のコツ — 3パターン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左にテキスト、右に人物・商品（BtoB向け）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パターンB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中央に人物、上下にテキスト（インパクト重視）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パターンC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背景全体に画像、手前にテキスト帯（雰囲気重視）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広告プラットフォーム別推奨サイズ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プラットフォーム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指示方法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/ Instagram広告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1200×628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横長（約2:1）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Googleディスプレイ広告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1200×628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横長（約2:1）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Googleレスポンシブ広告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1200×1200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正方形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バナー広告（横長）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728×90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横長バナー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SNS素材6項目 + キャッチコピー = 7項目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テキストを置く場所を先に決める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BtoB・BtoCどちらも同じテンプレートで対応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P-05 クオリティ改善と次のステップ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IMG-04: 広告バナー制作</dc:title>
  <dc:subject>PptxGenJS Presentation</dc:subject>
  <dc:creator>Gorilla Knowledge</dc:creator>
  <cp:lastModifiedBy>Gorilla Knowledge</cp:lastModifiedBy>
  <cp:revision>1</cp:revision>
  <dcterms:created xsi:type="dcterms:W3CDTF">2026-04-06T01:21:13Z</dcterms:created>
  <dcterms:modified xsi:type="dcterms:W3CDTF">2026-04-06T01:21:13Z</dcterms:modified>
</cp:coreProperties>
</file>