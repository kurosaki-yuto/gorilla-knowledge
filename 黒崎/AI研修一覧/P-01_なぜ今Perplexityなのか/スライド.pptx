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なぜ今Perplexityなのか？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200400" y="2240280"/>
            <a:ext cx="2743200" cy="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423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AI検索の新時代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3474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P-01  |  全社員向け  |  12分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371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今日のゴール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96012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25880" y="9144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Perplexityが従来の検索と根本的に異なる点を説明できる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5800" y="164592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01168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25880" y="196596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AI検索が爆発的に普及している背景を理解する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85800" y="269748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06324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25880" y="30175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Perplexityの主要機能（出典付き回答・Spaces・Computer）を挙げられる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1463040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「ググる」だけでは足りない時代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68680" y="914400"/>
            <a:ext cx="2286000" cy="1828800"/>
          </a:xfrm>
          <a:prstGeom prst="rect">
            <a:avLst>
              <a:gd name="adj" fmla="val 2500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1430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毎日85億件+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1508760"/>
            <a:ext cx="201168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Google検索回数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情報は増え続けている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429000" y="914400"/>
            <a:ext cx="2286000" cy="1828800"/>
          </a:xfrm>
          <a:prstGeom prst="rect">
            <a:avLst>
              <a:gd name="adj" fmla="val 2500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11430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SEO汚染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66160" y="1508760"/>
            <a:ext cx="201168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広告とSEO記事だらけ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中身の薄いコピー記事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89320" y="914400"/>
            <a:ext cx="2286000" cy="1828800"/>
          </a:xfrm>
          <a:prstGeom prst="rect">
            <a:avLst>
              <a:gd name="adj" fmla="val 25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89320" y="11430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答えが見つからない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126480" y="1508760"/>
            <a:ext cx="201168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何ページも読み比べ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やっと結論がわかる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85800" y="3200400"/>
            <a:ext cx="7772400" cy="365760"/>
          </a:xfrm>
          <a:prstGeom prst="rect">
            <a:avLst>
              <a:gd name="adj" fmla="val 10000"/>
            </a:avLst>
          </a:prstGeom>
          <a:solidFill>
            <a:srgbClr val="DBEAFE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20040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情報が増えるほど「本当に欲しい答え」にたどり着くのが難しくなっている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1682496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1682496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APPROACH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AI検索という新しい答え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914400"/>
            <a:ext cx="3657600" cy="2286000"/>
          </a:xfrm>
          <a:prstGeom prst="rect">
            <a:avLst>
              <a:gd name="adj" fmla="val 2000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051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従来の検索（Google）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1463040"/>
            <a:ext cx="329184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「リンクの一覧」を返す</a:t>
            </a:r>
            <a:endParaRPr lang="en-US" sz="1400" dirty="0"/>
          </a:p>
          <a:p>
            <a:pPr algn="ctr" indent="0" marL="0">
              <a:lnSpc>
                <a:spcPct val="140000"/>
              </a:lnSpc>
              <a:buNone/>
            </a:pPr>
            <a:endParaRPr lang="en-US" sz="14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自分で何本も記事を</a:t>
            </a:r>
            <a:endParaRPr lang="en-US" sz="14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読み比べて情報を統合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800600" y="914400"/>
            <a:ext cx="3657600" cy="2286000"/>
          </a:xfrm>
          <a:prstGeom prst="rect">
            <a:avLst>
              <a:gd name="adj" fmla="val 2000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051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AI検索（Perplexity）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83480" y="1463040"/>
            <a:ext cx="329184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「出典付きの回答」を直接返す</a:t>
            </a:r>
            <a:endParaRPr lang="en-US" sz="1400" dirty="0"/>
          </a:p>
          <a:p>
            <a:pPr algn="ctr" indent="0" marL="0">
              <a:lnSpc>
                <a:spcPct val="140000"/>
              </a:lnSpc>
              <a:buNone/>
            </a:pPr>
            <a:endParaRPr lang="en-US" sz="14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AIが複数のWebページを読み</a:t>
            </a:r>
            <a:endParaRPr lang="en-US" sz="14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統合してまとめてくれる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114800" y="16459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685800" y="3474720"/>
            <a:ext cx="7772400" cy="365760"/>
          </a:xfrm>
          <a:prstGeom prst="rect">
            <a:avLst>
              <a:gd name="adj" fmla="val 10000"/>
            </a:avLst>
          </a:prstGeom>
          <a:solidFill>
            <a:srgbClr val="DBEAFE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47472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質問するだけでAIが代わりに調べてまとめてくれる。しかも情報源のリンク付き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1463040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Perplexityとは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777240"/>
            <a:ext cx="7772400" cy="54864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77724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質問に対して「出典付きの直接回答」を生成するAI検索エンジン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68680" y="1554480"/>
            <a:ext cx="2286000" cy="1828800"/>
          </a:xfrm>
          <a:prstGeom prst="rect">
            <a:avLst>
              <a:gd name="adj" fmla="val 2500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17830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2022年8月創業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5840" y="2148840"/>
            <a:ext cx="201168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CEO: Aravind Srinivas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元Google・OpenAI研究者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429000" y="1554480"/>
            <a:ext cx="2286000" cy="1828800"/>
          </a:xfrm>
          <a:prstGeom prst="rect">
            <a:avLst>
              <a:gd name="adj" fmla="val 2500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29000" y="17830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評価額226億ドル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566160" y="2148840"/>
            <a:ext cx="201168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2026年1月時点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総調達額17.2億ドル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989320" y="1554480"/>
            <a:ext cx="2286000" cy="1828800"/>
          </a:xfrm>
          <a:prstGeom prst="rect">
            <a:avLst>
              <a:gd name="adj" fmla="val 2500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89320" y="17830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月間4,500万ユーザー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126480" y="2148840"/>
            <a:ext cx="201168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訪問者1.7億人/月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1日3,000万クエリ処理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85800" y="3657600"/>
            <a:ext cx="7772400" cy="320040"/>
          </a:xfrm>
          <a:prstGeom prst="rect">
            <a:avLst>
              <a:gd name="adj" fmla="val 11429"/>
            </a:avLst>
          </a:prstGeom>
          <a:solidFill>
            <a:srgbClr val="D1FAE5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365760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2億ドル（2024年末の8,000万ドルから2.5倍成長）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1353312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135331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特徴① 出典付き回答（Citation）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822960"/>
            <a:ext cx="7772400" cy="1188720"/>
          </a:xfrm>
          <a:prstGeom prst="rect">
            <a:avLst>
              <a:gd name="adj" fmla="val 3846"/>
            </a:avLst>
          </a:prstGeom>
          <a:solidFill>
            <a:srgbClr val="DBEAFE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9144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すべての回答に [1][2] の番号 — クリックで元ソースへ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128016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例: 「Perplexityの評価額は226億ドルです[1]」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どの情報がどのWebページから来たか一目瞭然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68680" y="2286000"/>
            <a:ext cx="2286000" cy="1463040"/>
          </a:xfrm>
          <a:prstGeom prst="rect">
            <a:avLst>
              <a:gd name="adj" fmla="val 3125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5146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情報源を確認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05840" y="288036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元ページに飛んで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自分で検証可能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429000" y="2286000"/>
            <a:ext cx="2286000" cy="1463040"/>
          </a:xfrm>
          <a:prstGeom prst="rect">
            <a:avLst>
              <a:gd name="adj" fmla="val 3125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29000" y="25146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ハルシネーション対策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566160" y="288036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出典があるから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嘘を見抜ける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989320" y="2286000"/>
            <a:ext cx="2286000" cy="1463040"/>
          </a:xfrm>
          <a:prstGeom prst="rect">
            <a:avLst>
              <a:gd name="adj" fmla="val 3125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89320" y="25146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ビジネス利用に安心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126480" y="288036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ChatGPTにはない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根拠の可視化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1353312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135331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特徴② 対話型検索 + Pro Search / Deep Research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914400"/>
            <a:ext cx="7772400" cy="822960"/>
          </a:xfrm>
          <a:prstGeom prst="rect">
            <a:avLst>
              <a:gd name="adj" fmla="val 5556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9601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フォローアップ質問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128016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「もう少し詳しく」「初心者向けに」と続けて深掘りできる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1920240"/>
            <a:ext cx="7772400" cy="822960"/>
          </a:xfrm>
          <a:prstGeom prst="rect">
            <a:avLst>
              <a:gd name="adj" fmla="val 5556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19659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Search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0120" y="228600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質問を段階的に分解して徹底調査。無料版は1日5回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85800" y="2926080"/>
            <a:ext cx="7772400" cy="822960"/>
          </a:xfrm>
          <a:prstGeom prst="rect">
            <a:avLst>
              <a:gd name="adj" fmla="val 5556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2971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Research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0120" y="329184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レポート級の本格分析を自動生成。無料版は1日5回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85800" y="4023360"/>
            <a:ext cx="7772400" cy="365760"/>
          </a:xfrm>
          <a:prstGeom prst="rect">
            <a:avLst>
              <a:gd name="adj" fmla="val 10000"/>
            </a:avLst>
          </a:prstGeom>
          <a:solidFill>
            <a:srgbClr val="DBEAFE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02336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Pro版（$20/月）なら Pro Search / Deep Research が無制限に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1353312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135331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特徴③ Spaces・Pages・ファイル対応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68680" y="914400"/>
            <a:ext cx="2286000" cy="2194560"/>
          </a:xfrm>
          <a:prstGeom prst="rect">
            <a:avLst>
              <a:gd name="adj" fmla="val 2083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1430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1508760"/>
            <a:ext cx="2011680" cy="1417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自分専用ナレッジベース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PDF・URLアップロード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チーム共有可能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429000" y="914400"/>
            <a:ext cx="2286000" cy="2194560"/>
          </a:xfrm>
          <a:prstGeom prst="rect">
            <a:avLst>
              <a:gd name="adj" fmla="val 2083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11430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66160" y="1508760"/>
            <a:ext cx="2011680" cy="1417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調査結果をレポート化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プレゼン資料の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自動生成にも対応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89320" y="914400"/>
            <a:ext cx="2286000" cy="2194560"/>
          </a:xfrm>
          <a:prstGeom prst="rect">
            <a:avLst>
              <a:gd name="adj" fmla="val 208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89320" y="11430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ファイル対応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126480" y="1508760"/>
            <a:ext cx="2011680" cy="1417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PDF・画像アップロード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文書要約・画像質問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無料版は1日3回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85800" y="3474720"/>
            <a:ext cx="7772400" cy="365760"/>
          </a:xfrm>
          <a:prstGeom prst="rect">
            <a:avLst>
              <a:gd name="adj" fmla="val 10000"/>
            </a:avLst>
          </a:prstGeom>
          <a:solidFill>
            <a:srgbClr val="DBEAFE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47472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社内資料をSpacesにアップロードすれば、自社ナレッジに基づいた回答が得られる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1572768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最新の進化: Perplexity Computer &amp; Comet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68680" y="914400"/>
            <a:ext cx="2286000" cy="2011680"/>
          </a:xfrm>
          <a:prstGeom prst="rect">
            <a:avLst>
              <a:gd name="adj" fmla="val 2273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1430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 Computer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1508760"/>
            <a:ext cx="201168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19モデル統合AIエージェント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(2026年2月発表)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リサーチ→コード→画像→動画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429000" y="914400"/>
            <a:ext cx="2286000" cy="2011680"/>
          </a:xfrm>
          <a:prstGeom prst="rect">
            <a:avLst>
              <a:gd name="adj" fmla="val 2273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11430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Comet（AIブラウザ）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66160" y="1508760"/>
            <a:ext cx="201168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2025年10月 全ユーザー無料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ページ要約・フォーム自動入力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音声モード対応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89320" y="914400"/>
            <a:ext cx="2286000" cy="2011680"/>
          </a:xfrm>
          <a:prstGeom prst="rect">
            <a:avLst>
              <a:gd name="adj" fmla="val 227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89320" y="11430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Snapchat連携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126480" y="1508760"/>
            <a:ext cx="201168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2026年初に開始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10億ユーザーに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AI検索をリーチ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85800" y="3291840"/>
            <a:ext cx="7772400" cy="320040"/>
          </a:xfrm>
          <a:prstGeom prst="rect">
            <a:avLst>
              <a:gd name="adj" fmla="val 11429"/>
            </a:avLst>
          </a:prstGeom>
          <a:solidFill>
            <a:srgbClr val="DBEAFE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29184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料金: Free（制限あり） / Pro $20/月 / Max $200/月（Computer + 全機能）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1463040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従来検索 vs Perplexity 比較表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914400"/>
            <a:ext cx="1645920" cy="41148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9144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331720" y="914400"/>
            <a:ext cx="2926080" cy="41148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31720" y="914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Google検索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257800" y="914400"/>
            <a:ext cx="3200400" cy="41148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57800" y="9144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85800" y="1325880"/>
            <a:ext cx="16459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132588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入力方法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331720" y="1325880"/>
            <a:ext cx="29260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23160" y="13258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キーワードの組み合わせ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257800" y="1325880"/>
            <a:ext cx="32004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49240" y="13258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自然な文章で質問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85800" y="1737360"/>
            <a:ext cx="16459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17373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結果の形式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331720" y="1737360"/>
            <a:ext cx="29260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423160" y="17373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リンク一覧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257800" y="1737360"/>
            <a:ext cx="32004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49240" y="17373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出典付きの要約回答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85800" y="2148840"/>
            <a:ext cx="16459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" y="214884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出典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2331720" y="2148840"/>
            <a:ext cx="29260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423160" y="21488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リンク先を自分で読む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257800" y="2148840"/>
            <a:ext cx="32004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49240" y="214884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回答内に番号付き埋め込み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85800" y="2560320"/>
            <a:ext cx="16459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7240" y="25603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深掘り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2331720" y="2560320"/>
            <a:ext cx="29260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423160" y="25603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キーワード変更で再検索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5257800" y="2560320"/>
            <a:ext cx="32004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49240" y="25603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同じスレッドで追加質問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685800" y="2971800"/>
            <a:ext cx="16459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77240" y="297180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得意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2331720" y="2971800"/>
            <a:ext cx="29260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423160" y="29718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ローカル情報・EC・速報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5257800" y="2971800"/>
            <a:ext cx="32004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349240" y="29718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複雑な質問・比較・調査・要約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685800" y="3566160"/>
            <a:ext cx="7772400" cy="365760"/>
          </a:xfrm>
          <a:prstGeom prst="rect">
            <a:avLst>
              <a:gd name="adj" fmla="val 10000"/>
            </a:avLst>
          </a:prstGeom>
          <a:solidFill>
            <a:srgbClr val="DBEAFE"/>
          </a:solidFill>
          <a:ln/>
        </p:spPr>
      </p:sp>
      <p:sp>
        <p:nvSpPr>
          <p:cNvPr id="46" name="Text 44"/>
          <p:cNvSpPr/>
          <p:nvPr/>
        </p:nvSpPr>
        <p:spPr>
          <a:xfrm>
            <a:off x="822960" y="356616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どちらが優れているかではなく、場面に応じて使い分けることが大切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まとめ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286000" y="1371600"/>
            <a:ext cx="457200" cy="457200"/>
          </a:xfrm>
          <a:prstGeom prst="ellipse">
            <a:avLst/>
          </a:prstGeom>
          <a:solidFill>
            <a:srgbClr val="93C5FD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926080" y="1371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情報爆発とSEO汚染により従来の検索だけでは限界がある時代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286000" y="2286000"/>
            <a:ext cx="457200" cy="457200"/>
          </a:xfrm>
          <a:prstGeom prst="ellipse">
            <a:avLst/>
          </a:prstGeom>
          <a:solidFill>
            <a:srgbClr val="93C5FD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926080" y="22860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Perplexityの3大機能: 出典付き回答・Spaces・Computer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286000" y="3200400"/>
            <a:ext cx="457200" cy="457200"/>
          </a:xfrm>
          <a:prstGeom prst="ellipse">
            <a:avLst/>
          </a:prstGeom>
          <a:solidFill>
            <a:srgbClr val="93C5FD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926080" y="3200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AI検索は従来検索の代替ではなく、使い分けで情報収集の質が飛躍的に向上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P-01 修了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200400" y="2423160"/>
            <a:ext cx="2743200" cy="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AI検索の新時代、ここから始めよう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3474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→ P-02 Perplexityの基本操作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P-01: なぜ今Perplexityなのか？ -- AI検索の新時代</dc:title>
  <dc:subject>PptxGenJS Presentation</dc:subject>
  <dc:creator>Gorilla Knowledge</dc:creator>
  <cp:lastModifiedBy>Gorilla Knowledge</cp:lastModifiedBy>
  <cp:revision>1</cp:revision>
  <dcterms:created xsi:type="dcterms:W3CDTF">2026-04-01T08:46:16Z</dcterms:created>
  <dcterms:modified xsi:type="dcterms:W3CDTF">2026-04-01T08:46:16Z</dcterms:modified>
</cp:coreProperties>
</file>