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AIで変わる仕事の未来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あなたのキャリアを進化させるAI活用戦略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   |   全社員向け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AI時代に必要な3つのスキル（問いを立てる力・判断力・創造力）を説明できる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AIによって変化する職種・業務の具体例を5つ以上挙げられる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自分のキャリアにAIをどう活かすかの行動計画を立てられる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AIが仕事を変える3つの波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第1波: 自動化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980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定型業務を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AIが代替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37260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 / 集計 / 分類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0614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第2波: 拡張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89020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人間の能力を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AIが強化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543300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分析支援 / 創作補助 / 翻訳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01218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1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第3波: 変革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95060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まったく新しい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仕事の誕生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149340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AI運用 / プロンプト設計 / 倫理監査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AI時代に必要な3つのスキル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問いを立てる力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980" y="3017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AIに正しい質問をする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何を聞くかで結果が変わる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0614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判断力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89020" y="3017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AIの回答を評価し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使うか使わないか決める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012180" y="1051560"/>
            <a:ext cx="2331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創造力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95060" y="3017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AIが生み出せない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独自のアイデアを創る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6459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キャリア視点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職種の変化トレンド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00100" y="1280160"/>
            <a:ext cx="23317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128016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1074420" y="1554480"/>
            <a:ext cx="1783080" cy="365760"/>
          </a:xfrm>
          <a:prstGeom prst="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縮小する役割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65860" y="214884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・単純データ入力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442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・定型レポート作成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442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・一次翻訳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06140" y="1280160"/>
            <a:ext cx="23317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6140" y="12801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680460" y="1554480"/>
            <a:ext cx="178308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368046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拡張する役割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71900" y="214884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046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・データアナリスト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804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・コンサルタント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8046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・PM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12180" y="1280160"/>
            <a:ext cx="23317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2180" y="12801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6500" y="1554480"/>
            <a:ext cx="1783080" cy="365760"/>
          </a:xfrm>
          <a:prstGeom prst="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628650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新しく生まれる役割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77940" y="214884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650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・プロンプトエンジニア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865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・AI倫理監査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650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・AI導入コンサルタント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645920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キャリア視点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AI時代に価値が上がるスキル・下がるスキル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68680" y="128016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80160"/>
            <a:ext cx="3474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508760"/>
            <a:ext cx="2926080" cy="365760"/>
          </a:xfrm>
          <a:prstGeom prst="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価値が上がる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課題設定力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0604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異分野を繋ぐ力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6324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対人コミュニケーション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52044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倫理的判断力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800600" y="128016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800600" y="1280160"/>
            <a:ext cx="347472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0" name="Shape 14"/>
          <p:cNvSpPr/>
          <p:nvPr/>
        </p:nvSpPr>
        <p:spPr>
          <a:xfrm>
            <a:off x="5074920" y="1508760"/>
            <a:ext cx="2926080" cy="365760"/>
          </a:xfrm>
          <a:prstGeom prst="rect">
            <a:avLst>
              <a:gd name="adj" fmla="val 12500"/>
            </a:avLst>
          </a:prstGeom>
          <a:solidFill>
            <a:srgbClr val="F3F4F6"/>
          </a:solidFill>
          <a:ln/>
        </p:spPr>
      </p:sp>
      <p:sp>
        <p:nvSpPr>
          <p:cNvPr id="21" name="Text 15"/>
          <p:cNvSpPr/>
          <p:nvPr/>
        </p:nvSpPr>
        <p:spPr>
          <a:xfrm>
            <a:off x="50749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価値が下がる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14884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定型作業の正確さ</a:t>
            </a:r>
            <a:endParaRPr lang="en-US" sz="16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60604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単純な記憶力</a:t>
            </a:r>
            <a:endParaRPr lang="en-US" sz="16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06324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9496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情報検索速度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645920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キャリア視点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代替ではなく協働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772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4572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00200" y="1463040"/>
            <a:ext cx="137160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効率化型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既存業務の高速化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1709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事務・経理・CS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286000"/>
            <a:ext cx="7772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86000"/>
            <a:ext cx="4572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46888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00200" y="2423160"/>
            <a:ext cx="137160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高度化型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専門性の底上げ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2670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コンサル・エンジニア・マーケ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246120"/>
            <a:ext cx="7772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46120"/>
            <a:ext cx="4572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42900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600200" y="3383280"/>
            <a:ext cx="1371600" cy="320040"/>
          </a:xfrm>
          <a:prstGeom prst="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創出型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新しい職種の誕生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0" y="3630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AI運用・データ倫理・プロンプト設計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645920" cy="256032"/>
          </a:xfrm>
          <a:prstGeom prst="rect">
            <a:avLst>
              <a:gd name="adj" fmla="val 17857"/>
            </a:avLst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キャリア視点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キャリアの分岐点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68680" y="128016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80160"/>
            <a:ext cx="34747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AIを使う側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234440" y="246888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AI活用スキルで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生産性と市場価値UP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00600" y="128016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1280160"/>
            <a:ext cx="3474720" cy="54864"/>
          </a:xfrm>
          <a:prstGeom prst="rect">
            <a:avLst/>
          </a:prstGeom>
          <a:solidFill>
            <a:srgbClr val="9CA3A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AIに使われる側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66360" y="246888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7492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AIの指示通りの作業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単純労働化リスク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85800" y="3703320"/>
            <a:ext cx="7772400" cy="45720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703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AIリテラシーは全職種共通の基礎スキルになる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3716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変化する仕事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エンジニア・IT部門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AI搭載ツールで開発効率を飛躍的に向上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200400" cy="13716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・コードを一行一行手書き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・バグ原因究明に数時間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・ドキュメント作成が後回し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65960"/>
            <a:ext cx="36576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92040" y="146304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46304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16636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(AI)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6636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・コード補完・生成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6636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・バグ自動検出・修正提案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6636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・ドキュメント自動生成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3063240"/>
            <a:ext cx="7772400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3639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34440" y="3063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人間の役割: アーキテクチャ設計 / 要件定義 / コードレビューと品質管理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AIキャリア行動計画の立て方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866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" y="1097280"/>
            <a:ext cx="1691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棚卸し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2980" y="260604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" y="2743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業務を「定型/判断/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創造」に分類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164" y="2267712"/>
            <a:ext cx="182880" cy="182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2034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20340" y="1097280"/>
            <a:ext cx="16916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72034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AI活用ポイント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994660" y="260604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57500" y="2743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定型業務から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AI化を検討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267712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3202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32020" y="1097280"/>
            <a:ext cx="16916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19"/>
          <p:cNvSpPr/>
          <p:nvPr/>
        </p:nvSpPr>
        <p:spPr>
          <a:xfrm>
            <a:off x="5349240" y="13716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73202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スキルアップ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006340" y="260604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69180" y="2743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3つのスキルを強化する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学習計画を作る</a:t>
            </a:r>
            <a:endParaRPr lang="en-US" sz="13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267712"/>
            <a:ext cx="182880" cy="182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743700" y="1097280"/>
            <a:ext cx="1691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43700" y="1097280"/>
            <a:ext cx="1691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5"/>
          <p:cNvSpPr/>
          <p:nvPr/>
        </p:nvSpPr>
        <p:spPr>
          <a:xfrm>
            <a:off x="736092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743700" y="2011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実践と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018020" y="2606040"/>
            <a:ext cx="1143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80860" y="27432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週1回AIツールを試し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効果を記録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85800" y="3840480"/>
            <a:ext cx="777240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04488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8016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小さなサイクルを回し続けることがAI時代のキャリアを切り拓く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80360" y="10972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 → 拡張 → 変革。仕事を奪うのではなく質を変える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3つのスキル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1965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問いを立てる力・判断力・創造力がAI時代の武器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5つの変化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80360" y="2834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営業・経理・サポート・企画・エンジニア全てでAI活用が進む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行動計画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80360" y="3703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棚卸し → AI活用ポイント特定 → スキルアップ → 実践と振り返り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AIを味方に、キャリアを進化させよう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828800" y="2103120"/>
            <a:ext cx="54864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2286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ご視聴ありがとうございました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2971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次の動画もぜひご覧ください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今日から1つ、AIツールを使ってみましょう！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A-110: AIで変わる仕事の未来</dc:title>
  <dc:subject>PptxGenJS Presentation</dc:subject>
  <dc:creator>Gorilla Knowledge</dc:creator>
  <cp:lastModifiedBy>Gorilla Knowledge</cp:lastModifiedBy>
  <cp:revision>1</cp:revision>
  <dcterms:created xsi:type="dcterms:W3CDTF">2026-04-10T22:23:41Z</dcterms:created>
  <dcterms:modified xsi:type="dcterms:W3CDTF">2026-04-10T22:23:41Z</dcterms:modified>
</cp:coreProperties>
</file>