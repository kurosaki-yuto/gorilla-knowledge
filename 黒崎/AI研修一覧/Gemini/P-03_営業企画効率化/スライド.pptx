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営業・企画業務の効率化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で提案書を自動生成する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| 営業・企画職向け実践 | 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なぜ提案書作成に時間がかかる？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主な課題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顧客情報の整理・分析（1～2時間）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テンプレートのカスタマイズと文章作成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修正・校正の手作業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複数案の検討・比較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結果：初稿だけで 4～6時間（業務全体の 20～30%）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での自動化戦略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4つのステップ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 1: 顧客情報を詳しく入力 → Gemini が分析・整理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 2: 提案書の構成を指定 → 初稿を自動生成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 3: JSON 形式で出力 → 他ツール（Docs, PowerPoint）との連携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 4: 人間による創造的修正 → 最終提案へ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初稿作成：従来 4～6時間 → わずか 30分以内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実演で見るポイント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5つの重要なポイント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複雑な指示の与え方（プロンプトエンジニアリング）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プロンプトの工夫による精度向上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形式出力の効率性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実績値：初稿作成が 30分以内に完成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時間短縮率：従来比 80～90% 削減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実演：提案書自動生成デモ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7772400" cy="3474720"/>
          </a:xfrm>
          <a:prstGeom prst="rect">
            <a:avLst/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【実演動画が挿入されます】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提案書自動生成デモンストレーション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（80.6秒）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精度を上げる 5つのコツ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プロンプトエンジニアリング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顧客情報は「できるだけ詳しく」入力する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提案書の構成を「箇条書き」で明確に指示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文字数・形式・トーンを「具体的に」指定する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初稿はレビュー前提（完璧さを求めない）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複数案は「バリエーション指示」で効率化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コースのまとめ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4つの重要なポイント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提案書作成は AI で 80～90% 高速化できる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プロンプトの質で出力の質が大きく変わる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形式で Google Docs/PowerPoint との自動連携が可能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最終品質は人間の創造的修正が決める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次のステップ：実務で実践 → チーム全体で共有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2026-04-01T23:52:43Z</dcterms:created>
  <dcterms:modified xsi:type="dcterms:W3CDTF">2026-04-01T23:52:43Z</dcterms:modified>
</cp:coreProperties>
</file>