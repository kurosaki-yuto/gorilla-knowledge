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営業企画効率化実演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2402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提案書作成が数分で完成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  |  営業部向け  |  12分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9144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提案書作成が 70-80% 削減される仕組みを理解する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164592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19659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既存テンプレートから新規提案書を自動生成する流れを習得する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269748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営業効率化による売上向上の実例を学ぶ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営業の現場課題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1097280"/>
          </a:xfrm>
          <a:prstGeom prst="rect">
            <a:avLst>
              <a:gd name="adj" fmla="val 4167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60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提案書作成に膨大な時間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52728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従来なら 3 日かかっていた。顧客対応に時間が割けない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2148840"/>
            <a:ext cx="7772400" cy="1097280"/>
          </a:xfrm>
          <a:prstGeom prst="rect">
            <a:avLst>
              <a:gd name="adj" fmla="val 4167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240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過去資料の管理が大変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532888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成功案件の提案書が無数にある。どれを基にしたら？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429000"/>
            <a:ext cx="7772400" cy="1097280"/>
          </a:xfrm>
          <a:prstGeom prst="rect">
            <a:avLst>
              <a:gd name="adj" fmla="val 4167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520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個人差が大きい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813048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経験者の提案は成約率高い。新人は0から書く羽目に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4358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の解決策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テンプレート活用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成功した提案書を参照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が似た構成で新規作成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自動カスタマイズ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顧客情報を入力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が最適な提案を自動生成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品質安定化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経験の有無問わず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一定水準の提案書が完成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5331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5331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PREP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実演のシナリオ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22960"/>
            <a:ext cx="7772400" cy="1097280"/>
          </a:xfrm>
          <a:prstGeom prst="rect">
            <a:avLst>
              <a:gd name="adj" fmla="val 4167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868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営業チームが新規顧客向けの提案書を 80秒で作成する様子をお見せします。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61872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従来: 3日 → Gemini: 数分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5331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5331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実演: 提案書自動生成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1645920"/>
          </a:xfrm>
          <a:prstGeom prst="rect">
            <a:avLst>
              <a:gd name="adj" fmla="val 2778"/>
            </a:avLst>
          </a:prstGeom>
          <a:solidFill>
            <a:srgbClr val="F3F4F6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914400"/>
            <a:ext cx="768096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【実演動画: 80.6秒】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Google ドキュメントを開く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『テンプレートから新提案書』を選択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顧客情報を入力（企業名、業界、課題）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Gemini が 3 パターンの提案を自動生成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最適な案を選び、数字を微調整して完成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68249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提案書自動生成の仕組み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418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テンプレート選択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34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過去の成功提案書から最適なフォーマットを選ぶ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830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18562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顧客情報入力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148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企業名、課題、予算などを簡潔に入力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26974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7706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AI 分析・生成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0632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が顧客に合わせた最適な提案内容を複数案生成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6118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6850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選択・カスタマイズ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39776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提案の方向性を選び、細部を微調整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68249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IMPACT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営業効率化の実績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914400"/>
            <a:ext cx="2560320" cy="2926080"/>
          </a:xfrm>
          <a:prstGeom prst="rect">
            <a:avLst>
              <a:gd name="adj" fmla="val 178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051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作成時間削減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4630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70-80%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296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3日 → 数分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20440" y="914400"/>
            <a:ext cx="2560320" cy="2926080"/>
          </a:xfrm>
          <a:prstGeom prst="rect">
            <a:avLst>
              <a:gd name="adj" fmla="val 178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51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提案件数増加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14630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2.5倍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65760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同じ営業人数で 2.5 倍の提案が可能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55080" y="914400"/>
            <a:ext cx="2560320" cy="2926080"/>
          </a:xfrm>
          <a:prstGeom prst="rect">
            <a:avLst>
              <a:gd name="adj" fmla="val 178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1051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成約率向上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14630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15%UP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49224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テンプレートの質がより高まるため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572768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FACTORS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成功のポイント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914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テンプレート整備が鍵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29000" y="91440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成功事例の提案書を体系的に整理・保管すること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011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顧客情報を正確に入力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0116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課題・ニーズを詳しく入力するほど提案精度が上がる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108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提案の方向性を人間が判断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310896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複数案から『どのアプローチがベストか』は営業経験値で選ぶ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営業チームが今からやること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成功提案書を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ドライブにまとめる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テンプレートを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に学習させる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小さく試しながら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プロセスを最適化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286000" y="13716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92608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提案書作成が 3 日 → 数分に短縮。営業が顧客対応に時間を使える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2860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9260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テンプレート品質が高いほど、AI の提案精度が向上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286000" y="32004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26080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同じ営業人数で 2.5 倍の提案件数を作成可能 → 売上 15% 向上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 修了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営業効率化は、すぐそこまで来ている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→ P-04 セキュリティ・対象者ガイド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P-03: 営業企画効率化実演</dc:title>
  <dc:subject>PptxGenJS Presentation</dc:subject>
  <dc:creator>Gorilla Knowledge</dc:creator>
  <cp:lastModifiedBy>Gorilla Knowledge</cp:lastModifiedBy>
  <cp:revision>1</cp:revision>
  <dcterms:created xsi:type="dcterms:W3CDTF">2026-04-02T00:28:07Z</dcterms:created>
  <dcterms:modified xsi:type="dcterms:W3CDTF">2026-04-02T00:28:07Z</dcterms:modified>
</cp:coreProperties>
</file>