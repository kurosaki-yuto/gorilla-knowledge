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セキュリティ・対象者ガイド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信頼と安心の企業導入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  |  全社員向け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企業向けAIのセキュリティ要件を理解する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がどの部門向けかを把握する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導入時の不安を解消する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企業データの懸念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640080"/>
          </a:xfrm>
          <a:prstGeom prst="rect">
            <a:avLst>
              <a:gd name="adj" fmla="val 714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『AI に企業データを預けて本当に安全？』という質問が必ず出ます。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情報漏洩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顧客情報が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外部に漏れないか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2900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権限管理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誰がどのデータを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見られるのか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8932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規制対応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HIPAA・PCI DSS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対応しているか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223113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223113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FEATURES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のセキュリティ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/ FedRAMP / ISO 27001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1615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医療・政府機関レベルのセキュリティ認定済み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3736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CMEK・EKM対応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848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顧客が暗号化キーを自社で管理可能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60604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651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DLP（データ損失防止）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295351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機密情報の流出を AI が自動検知・遮断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474720"/>
            <a:ext cx="7772400" cy="731520"/>
          </a:xfrm>
          <a:prstGeom prst="rect">
            <a:avLst>
              <a:gd name="adj" fmla="val 625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382219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企業ネットワーク内での安全な実行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&amp; 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対象部門・ユースケース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営業部門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提案書・顧客資料の作成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メール対応効率化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企画・企業企画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レポート作成・データ分析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市場調査・競合分析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2011680"/>
          </a:xfrm>
          <a:prstGeom prst="rect">
            <a:avLst>
              <a:gd name="adj" fmla="val 227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カスタマーサポート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問い合わせ対応の自動化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ナレッジベース充実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9184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918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全部門で使える。導入者数が多いほどROIが高まる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69494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69494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9144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個人情報が Gemini に学習されない？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2801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企業ネットワーク内で処理。外部学習なし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1031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データはどこに保存される？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4688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日本企業ならアジアリージョン。地域規制対応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退職者のアカウント削除後、データは消える？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36576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RBAC（アクセス管理）で権限を即座に削除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導入時の不安を払拭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実績例を見る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34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J:COM（通信大手）・note（スタートアップ）・日本特殊陶業（製造業）など、業種・規模を問わず導入成功。『うちだけが失敗する』ことはない。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初期テスト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10～50名規模で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パイロット導入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2900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部分展開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成功事例で説得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段階的に部門展開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1737360"/>
            <a:ext cx="2286000" cy="1463040"/>
          </a:xfrm>
          <a:prstGeom prst="rect">
            <a:avLst>
              <a:gd name="adj" fmla="val 312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9320" y="1965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全社導入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23317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3～6ヶ月で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成熟した運用へ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90195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9019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導入前・導入後の比較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914400"/>
            <a:ext cx="1828800" cy="45720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914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86000" y="914400"/>
            <a:ext cx="3200400" cy="45720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0" y="914400"/>
            <a:ext cx="3200400" cy="457200"/>
          </a:xfrm>
          <a:prstGeom prst="rect">
            <a:avLst/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914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137160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0" y="13716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1371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手動チェック→人為的ミス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13716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1371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が自動検知→0件漏洩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182880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業務効率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286000" y="18288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メール・資料作成に時間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0" y="18288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1828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が支援→時間3割減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8288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従業員満足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286000" y="22860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77440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定型業務で疲弊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0" y="2286000"/>
            <a:ext cx="3200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創造的仕事にシフト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024128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導入のための3ステップ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914400"/>
            <a:ext cx="54864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17320" y="960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経営層の理解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1234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セキュリティ・ROI を説明。年200時間削減の価値を伝える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011680"/>
            <a:ext cx="54864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2057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パイロット導入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1部門・10～50名で試す。成功事例を作る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108960"/>
            <a:ext cx="54864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17320" y="315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段階展開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成功事例を横展開。各部門で最適化を進める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69494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69494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よくある質問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政府機関でも使える？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00600" y="1005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FedRAMP 対応で米国政府機関でも利用可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顧客データが Gemini に見られる？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00600" y="20574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見られない。データは企業ネットワーク内処理のみ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契約解除後、データは消える？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31089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契約終了後、自動削除。ポリシーで定義可能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セキュリティは万全。HIPAA・FedRAMP・ISO 27001 対応済み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業種・部門を問わず導入可能。実績豊富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パイロットから段階導入が最短成功ルート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P-04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セキュリティの懸念は、もう過去の話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P-05 実装事例・未来へ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P-04: セキュリティ・対象者ガイド</dc:title>
  <dc:subject>PptxGenJS Presentation</dc:subject>
  <dc:creator>Gorilla Knowledge</dc:creator>
  <cp:lastModifiedBy>Gorilla Knowledge</cp:lastModifiedBy>
  <cp:revision>1</cp:revision>
  <dcterms:created xsi:type="dcterms:W3CDTF">2026-04-02T00:30:43Z</dcterms:created>
  <dcterms:modified xsi:type="dcterms:W3CDTF">2026-04-02T00:30:43Z</dcterms:modified>
</cp:coreProperties>
</file>