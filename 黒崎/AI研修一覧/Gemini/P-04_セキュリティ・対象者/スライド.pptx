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4820" y="777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セキュリティ・コンプライアンス・対象者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Enterpriseのセキュアな使い方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069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セキュリティ機能を理解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CMEK・EKM・VPC Service Controls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928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874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コンプライアンス認証を知る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08483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HIPAA・FedRAMP・ISO 27001・SOC2・PCI DSS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7157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26974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業界別導入判断ができる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90779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医療・金融・政府・防衛・スタートアップ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5387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 vs 利便性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73075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バランスの考え方を理解する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のセキュリティ全体像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8229600" cy="548640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8760" y="1645920"/>
            <a:ext cx="6583680" cy="548640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645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データ保護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31720" y="2377440"/>
            <a:ext cx="4937760" cy="548640"/>
          </a:xfrm>
          <a:prstGeom prst="rect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ネットワークセキュリティ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3108960"/>
            <a:ext cx="3291840" cy="548640"/>
          </a:xfrm>
          <a:prstGeom prst="rect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暗号化キー管理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CMEK・EKM・VPC Service Controls とは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56032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データ暗号化キーを顧客管理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Key Management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鍵の交換・破棄が自由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256032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キーを社内システムに配置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HSM（ハードウェアセキュリティ）対応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Googleさえ中身を見られない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56032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Service Controls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アクセスを『要塞』の中に制限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社内ネットワーク経由のみ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データが社外に出ない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暗号化キー管理：3つのレベル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772400" cy="8686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高度（EKM/HSM）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71800" y="10972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最高のセキュリティ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社内システムに鍵を配置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さえ中身を見られない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7772400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中級（CMEK）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14884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中レベルのセキュリティ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顧客がクラウドで鍵を管理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定期的に交換・破棄可能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7772400" cy="86868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標準（Google管理）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71800" y="3200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十分なセキュリティ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が鍵を管理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ほぼすべての企業が選択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コンプライアンス認証ガイド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17373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医療業界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患者情報の取扱い必須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17373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米国政府機関向け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防衛・政府との取引必須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343400" y="18288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国際標準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グローバル企業のデファクト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2926080"/>
            <a:ext cx="17373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2044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11880" y="4114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監査報告書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セキュリティ監査で要求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2926080"/>
            <a:ext cx="17373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34924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40680" y="4114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クレジットカード業界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決済システムに必須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HIPAA・FedRAMP 準備企業の導入事例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医療機関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医師の業務時間 20% 削減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HIPAA対応を実現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米国防衛企業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1762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文書分類工数 40% 削減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FedRAMP要件をクリア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金融機関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0449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リスク分析精度 50% 向上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内部統制を強化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大手小売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9136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不正検知精度 35% 向上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DSS対応を実現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業界別：向いている企業・向かない企業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推奨度『高い』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3240" y="1124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医療・ヘルスケア ／ 金融・銀行 ／ 政府・防衛 ／ 製造業 ／ 法律事務所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7772400" cy="100584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67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推奨度『中程度』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2267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大企業グループ ／ グローバル企業 ／ 公共サービス ／ 大手小売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7772400" cy="10058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推奨度『低い』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63240" y="3410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スタートアップ ／ 中小企業 ／ 一般的なSaaS企業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職種別：Gemini企業向きの人・そうでない人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24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活躍度『高い』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3240" y="1124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CEO・CFO ／ セキュリティ・コンプライアンス担当 ／ R&amp;D・開発 ／ 法務 ／ 医療研究者 ／ 金融アナリスト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7772400" cy="100584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67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活躍度『中程度』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2267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 ／ マーケティング ／ 人事 ／ カスタマーサクセス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7772400" cy="100584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0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活躍度『低い』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63240" y="341071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事務スタッフ ／ アルバイト ／ 外部協力者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 vs 利便性のバランス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57400" y="1051560"/>
            <a:ext cx="3511296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EKM・HSM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822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43016" y="1051560"/>
            <a:ext cx="109728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843016" y="822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利便性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2011680"/>
            <a:ext cx="25603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116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783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011680"/>
            <a:ext cx="219456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783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利便性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2971800"/>
            <a:ext cx="2048256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標準Google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7400" y="2743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9976" y="2971800"/>
            <a:ext cx="329184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379976" y="2743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利便性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まとめ：導入チェックリスト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業界規制（HIPAA・FedRAMP・ISO 27001など）がある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取り扱うデータが『極秘情報』『個人情報』『医療情報』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データ漏洩時のリスク（損害額・規制罰金）が大きい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海外進出・グローバル展開を考えている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監査・コンプライアンス部門から『セキュリティ強化』を要求されている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結果判定: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8個『はい』 → 強く推奨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20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5～7個『はい』 → 導入検討価値あり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794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3～4個『はい』 → 標準Google Workspace で検討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次回予告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実運用：セキュアな使い方・よくある失敗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実務でのセキュアな使い方とよくある失敗パターンを詳しく解説します。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2026年5月配信予定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セキュリティ・コンプライアンス・対象者 -- Gemini Enterpriseのセキュアな使い方</dc:title>
  <dc:subject>PptxGenJS Presentation</dc:subject>
  <dc:creator>Gorilla Knowledge</dc:creator>
  <cp:lastModifiedBy>Gorilla Knowledge</cp:lastModifiedBy>
  <cp:revision>1</cp:revision>
  <dcterms:created xsi:type="dcterms:W3CDTF">2026-04-01T23:53:43Z</dcterms:created>
  <dcterms:modified xsi:type="dcterms:W3CDTF">2026-04-01T23:53:43Z</dcterms:modified>
</cp:coreProperties>
</file>