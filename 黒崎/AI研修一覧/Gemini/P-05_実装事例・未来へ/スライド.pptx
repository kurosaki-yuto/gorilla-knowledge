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実装事例・使い方・未来へ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85800" y="25603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企業導入事例から見る Gemini の効果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 | 全員向け | 12分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企業導入事例① J:COM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コールセンター通話分析の自動化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導入内容：通話内容の AI 分析・要約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削減効果：月あたり 1,500時間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これは従業員 50名 分の丸1ヶ月分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人間にしかできない カスタマーサービスに注力可能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企業導入事例② note 株式会社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Apps Script × Gemini で業務自動化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導入内容：バックオフィス業務の自動化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削減効果：毎日 1時間、月間 約3時間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特徴：専門知識不要で自動化実現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スタートアップでも導入可能な手軽さ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企業導入事例③ 日本特殊陶業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製造業での大規模パイロット試験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試験規模：15部署・40名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ユースケース発掘：60件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削減効果：週あたり 3.1時間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4747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その後：全社展開を決定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業種を問わず導入可能な汎用性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実演：導入後の3ヶ月・6ヶ月・1年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097280"/>
            <a:ext cx="7772400" cy="34747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8600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【実演動画が挿入されます】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導入後の時系列的な効果と最初の3ステップ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（92.3秒）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企業導入事例④ Incubeta 社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マーケティング業務での効率化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導入内容：広告キャンペーン最適化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成果：ROI を 50% 向上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効果対象：マーケティング・営業資料作成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創造的な仕事にシフトできる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業務時間削減の実績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導入企業の平均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1人あたり年間削減時間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874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200時間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1日あたり約30分、創造的な仕事に充当可能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最大効率化の例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効率化率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 92%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12時間 → 1時間で完成（資料作成・日報など）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基本的な使い方① Gmail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メール対応の自動化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受信メールを読んで、自動でドラフト生成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顧客問い合わせ → 複数案を提案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営業担当者が調整して送信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4747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効果：メール対応時間 50% 削減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毎日使うメールで小さく成功体験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基本的な使い方② Docs・Sheets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ドキュメント：提案書の自動生成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『3パターンの提案書を作成』と指示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即座に複数案が完成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スプレッドシート：データ分析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2918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営業データからグラフを自動生成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3931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複数部門データをレポート統合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基本的な使い方③ Meet・Calendar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Meet：会議記録の自動化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通話内容の自動文字起こし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要点の自動抽出 → 議事録完成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カレンダー：スケジュール最適化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2918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複数人のスケジュールから最適時間を提案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3931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予定の重複を自動検出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セキュリティ・プライバシー対応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企業向けセキュリティ認証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HIPAA（医療業界）対応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FedRAMP（米国政府機関）対応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27001（国際セキュリティ標準）対応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医療・政府機関で使われるレベルのセキュリティ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データ置き場と暗号化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企業が選べるセキュリティオプション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CMEK：企業自身が暗号化キーを保有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EKM・HSM：外部キーマネージャー対応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DLP：データ損失防止機能で重要情報を保護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業界最高水準のセキュリティで安心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業種・規模を問わず導入可能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導入企業の多様性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J:COM のような大企業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のような急成長スタートアップ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日本特殊陶業のような製造業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4747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Incubeta のようなマーケティング企業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どんな会社でも、Gemini は活躍の場がある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今日のポイント（まとめ）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3つの重要ポイント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Gemini は年間 200時間 の時間削減を実現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使い方はシンプル：Gmail から始めて段階的に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セキュリティは業界最高水準 → 安心して導入可能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次のステップ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最初の3ステップ（実演で確認）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ステップ 1：Gmail での自動ドラフト機能から始める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ステップ 2：ドキュメントで提案書テンプレートを作成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ステップ 3：スプレッドシートで営業データを分析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誰でも今週中に始められる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 から P-05 までのまとめ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この5部構成の目的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P-01：Gemini Enterprise の基本を理解する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P-02：Google Workspace 統合を把握する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P-03：営業・企画での実践例を学ぶ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4747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P-04：セキュリティ・カスタマイズを習得する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4114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P-05：実装事例から導入判断・実運用へ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47548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皆さんが自信を持って導入できるようにサポート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2026-04-01T23:52:43Z</dcterms:created>
  <dcterms:modified xsi:type="dcterms:W3CDTF">2026-04-01T23:52:43Z</dcterms:modified>
</cp:coreProperties>
</file>