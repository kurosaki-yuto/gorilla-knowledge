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実装事例・未来へ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導入後の変化を見る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企業導入後の時間軸での変化を理解する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実装事例から学べることを抽出する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これからの働き方の可能性を想像する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68249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3つの実企業事例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通信・放送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月1,500時間削減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クリエイタープラットフォーム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月3～4時間削減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日本特殊陶業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週3.1時間削減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業種・規模を問わず、導入3～6ヶ月で全社展開に至る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導入後の成長ストーリー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1097280"/>
          </a:xfrm>
          <a:prstGeom prst="rect">
            <a:avLst>
              <a:gd name="adj" fmla="val 4167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導入3ヶ月目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メール対応 2h → 1h（50%削減）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5270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浮いた1時間を顧客面談準備に充当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7772400" cy="1097280"/>
          </a:xfrm>
          <a:prstGeom prst="rect">
            <a:avLst>
              <a:gd name="adj" fmla="val 4167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221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導入6ヶ月目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 3日 → 1日（70%削減）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8072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提案件数2倍、成約率15%向上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7772400" cy="1097280"/>
          </a:xfrm>
          <a:prstGeom prst="rect">
            <a:avLst>
              <a:gd name="adj" fmla="val 416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導入1年目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事務作業 → 営業活動へ時間転用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0873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売上25%増加、従業員満足度向上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79222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営業チームの1年成長記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1645920"/>
          </a:xfrm>
          <a:prstGeom prst="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144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【実演動画: 92.3秒】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0-25秒: 導入3ヶ月。メール対応の時間短縮を実感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25-45秒: 導入6ヶ月。提案書作成の効率化で提案件数が増加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45-70秒: 導入1年。営業チーム全体の生産性が大きく向上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70-92秒: これからのステップ。どう広げていくか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79222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これからの3ステップ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86868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での自動ドラフト機能から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毎日使うメールで小さく成功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86868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ドキュメントで提案書テンプレート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作成時間が大幅短縮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868680"/>
            <a:ext cx="2286000" cy="182880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スプレッドシートで営業データ分析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経理データ整理も AI にお任せ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この3ステップなら、誰でも今週中に始められる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未来の働き方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731520"/>
          </a:xfrm>
          <a:prstGeom prst="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定型業務から『創造的仕事』へシフト。AI と人間の協働が当たり前になる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1920240"/>
            <a:ext cx="2011680" cy="1280160"/>
          </a:xfrm>
          <a:prstGeom prst="rect">
            <a:avLst>
              <a:gd name="adj" fmla="val 3571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事務作業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が自動化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人間は監督役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920240"/>
            <a:ext cx="2011680" cy="128016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1920240"/>
            <a:ext cx="2011680" cy="1280160"/>
          </a:xfrm>
          <a:prstGeom prst="rect">
            <a:avLst>
              <a:gd name="adj" fmla="val 357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創造的仕事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営業面談・戦略立案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顧客との関係構築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20116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採用・継続に必要なこと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868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小さく始める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全社導入ではなく、10～20名規模のパイロット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成功事例を共有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早期に『メール作成が半減した』事例をチーム内で共有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フィードバック循環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うまくいった使い方・失敗事例を組織で学ぶ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ルール・ガイドラインの明確化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何が OK で、何が NG か。投入してよいデータを定義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20116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年間200時間削減の価値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2560320"/>
          </a:xfrm>
          <a:prstGeom prst="rect">
            <a:avLst>
              <a:gd name="adj" fmla="val 178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従業員1名あたり：年間200時間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月16時間 = 日当たり30分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100名いる企業なら：年間20,000時間削減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1人分の雇用（年俸550万とすると）を生み出すのと同じ価値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成約率15%向上、顧客満足度向上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ROI は計り知れない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質問・相談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2560320"/>
          </a:xfrm>
          <a:prstGeom prst="rect">
            <a:avLst>
              <a:gd name="adj" fmla="val 178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から P-05 の5部構成で、Gemini Enterprise の全体像を学びました。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417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ご不明な点やご質問があればお気軽にお聞きください。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さらに詳しい実装や、社内での推進方法については、別途お話しします。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は、導入後3～6ヶ月で組織全体の効率が劇的に改善される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年200時間削減 = 組織に新しい価値を創造する時間が生まれる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小さく始めて、成功を積み重ねることが最短ルート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修了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全5講座修了。これからの一歩を踏み出そう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ありがとうございました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実装事例・未来へ</dc:title>
  <dc:subject>PptxGenJS Presentation</dc:subject>
  <dc:creator>Gorilla Knowledge</dc:creator>
  <cp:lastModifiedBy>Gorilla Knowledge</cp:lastModifiedBy>
  <cp:revision>1</cp:revision>
  <dcterms:created xsi:type="dcterms:W3CDTF">2026-04-02T00:30:31Z</dcterms:created>
  <dcterms:modified xsi:type="dcterms:W3CDTF">2026-04-02T00:30:31Z</dcterms:modified>
</cp:coreProperties>
</file>