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統合実演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43200" y="2240280"/>
            <a:ext cx="36576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で効率化する日常業務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  |  全社員向け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Gmail・ドライブ・Meet 内での Gemini 統合機能の概要を説明できる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が Google Workspace でどのような実務支援ができるか具体的に理解できる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メール自動生成やドライブ情報の活用など、実演を通じて基本操作を習得できる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毎日の業務課題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メール返信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数時間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1日のメール処理に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あふれている時間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ファイル探索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迷路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必要なファイルを見つけるのに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フォルダを掘り下げる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議事録作成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手動作業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会議記録を手で整理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重要ポイント抽出が必須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に統合された Gemini がこれらの課題を解決する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144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統合① メール自動生成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「プロジェクト進捗について」と書き始めると……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80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プロジェクト内容、進捗状況、次のアクション、署名まで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自動で補完されます。もちろん修正可能です。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2286000"/>
            <a:ext cx="2286000" cy="1463040"/>
          </a:xfrm>
          <a:prstGeom prst="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514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時間削減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50～70%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288036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企業導入事例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メール作成が高速化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29000" y="2286000"/>
            <a:ext cx="2286000" cy="1463040"/>
          </a:xfrm>
          <a:prstGeom prst="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514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ドラフト品質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288036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文脈を理解した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完全な文章生成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2286000"/>
            <a:ext cx="2286000" cy="1463040"/>
          </a:xfrm>
          <a:prstGeom prst="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2514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完全カスタマイズ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288036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自動生成後も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自由に編集可能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-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統合② メール自動分類と優先度付け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45720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2296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次のスライドで実演: メール受信トレイの自動分類を見てみましょう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5544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高優先度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18745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重要なクライアント連絡・緊急対応メール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4688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514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中優先度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27889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社内通知・アクション必要な定期報告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3832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429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参考情報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37033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業界ニュース・配信メール・参考情報のみ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144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ドライブ統合① ファイル検索と要約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685800"/>
          </a:xfrm>
          <a:prstGeom prst="rect">
            <a:avLst>
              <a:gd name="adj" fmla="val 66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6868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「先月のマーケティング予算はいくら？」と聞くだけで……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18288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自動検索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423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複数のスプレッドシート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ドキュメント・PDF から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関連情報を自動抽出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29000" y="18288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自動要約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2423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バラバラの情報を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統合して要約提示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数秒で完成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18288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フォルダ不要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423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従来の複数フォルダ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掘り下げが不要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時間削減が実現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144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ドライブ統合② ドキュメント作成支援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テンプレートに基づいた自動生成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14300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去年の営業報告書をドライブから選択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「今年の営業報告書を、去年と同じ形式で作成」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骨組みが自動生成。数字と事例を差し替えるだけで完成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2103120"/>
            <a:ext cx="2286000" cy="1645920"/>
          </a:xfrm>
          <a:prstGeom prst="rect">
            <a:avLst>
              <a:gd name="adj" fmla="val 27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形式統一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269748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毎年・毎月ドキュメントの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形式が自動で統一される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29000" y="2103120"/>
            <a:ext cx="2286000" cy="1645920"/>
          </a:xfrm>
          <a:prstGeom prst="rect">
            <a:avLst>
              <a:gd name="adj" fmla="val 27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入力時間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269748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テンプレ作成が無くなり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差し替えだけで完成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2103120"/>
            <a:ext cx="2286000" cy="1645920"/>
          </a:xfrm>
          <a:prstGeom prst="rect">
            <a:avLst>
              <a:gd name="adj" fmla="val 27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クオリティ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269748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形式が一定なので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ドキュメント品質が安定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80467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Meet 統合① 自動文字起こしと議事録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548640"/>
          </a:xfrm>
          <a:prstGeom prst="rect">
            <a:avLst>
              <a:gd name="adj" fmla="val 8333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6868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会議中の発言をリアルタイム文字起こし → 会議終了後に自動議事録生成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91640" y="1554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「何を決めたのか」を自動抽出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430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9164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「誰が何を担当するのか」を明確化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91640" y="2834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「次回までのアクション」をリスト化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3474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見やすい形式で自動まとめ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93192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9319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手動議事録作成の時間がゼロになり、会議に集中できる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80467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Meet 統合② 重要ポイント優先度抽出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645920"/>
          </a:xfrm>
          <a:prstGeom prst="rect">
            <a:avLst>
              <a:gd name="adj" fmla="val 277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今すぐ対応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決定事項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即座に実行が必要な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意思決定・承認事項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645920"/>
          </a:xfrm>
          <a:prstGeom prst="rect">
            <a:avLst>
              <a:gd name="adj" fmla="val 277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情報共有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FYI（参考情報）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提供・報告事項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645920"/>
          </a:xfrm>
          <a:prstGeom prst="rect">
            <a:avLst>
              <a:gd name="adj" fmla="val 27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今後の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検討項目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次の会議までに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検討する項目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28346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1時間の会議から 3つのカテゴリに自動分類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会議後のアクションプランがすぐに明確に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実装事例: 日本特殊陶業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1280160"/>
          </a:xfrm>
          <a:prstGeom prst="rect">
            <a:avLst>
              <a:gd name="adj" fmla="val 3571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6868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15部署 40名のパイロット導入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18872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メール作成・ファイル検索・議事録作成という3つの業務だけで: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週あたり 3.1時間 の業務時間削減を実現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全社展開時にはさらに大きな効果が期待される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全社平均では従業員1人あたり年間 200時間 の業務時間削減が見込める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と人間の協働が鍵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は最初のドラフトや案出しを高速化するもの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生成されたメール・ドキュメント・議事録は自分で確認・修正が必須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と人間が協働することで、効率性と品質を両立させる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43200" y="2423160"/>
            <a:ext cx="36576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で仕事の質を上げよう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P-03 Gmail・Meet 実装ガイド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P-02: Google Workspace 統合実演〜Gemini で効率化する日常業務</dc:title>
  <dc:subject>PptxGenJS Presentation</dc:subject>
  <dc:creator>Gorilla Knowledge</dc:creator>
  <cp:lastModifiedBy>Gorilla Knowledge</cp:lastModifiedBy>
  <cp:revision>1</cp:revision>
  <dcterms:created xsi:type="dcterms:W3CDTF">2026-04-01T23:52:26Z</dcterms:created>
  <dcterms:modified xsi:type="dcterms:W3CDTF">2026-04-01T23:52:26Z</dcterms:modified>
</cp:coreProperties>
</file>