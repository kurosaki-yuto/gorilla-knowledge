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 統合実演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22402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実際に動く Gemini を見てみる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  |  全社員向け  |  12分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9144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での自動メール生成機能を実際に見て理解する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164592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19659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ドライブからの情報活用・カスタマイズの流れを把握する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69748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実演を通じて Gemini との『対話』の実際を習得する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682496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BASICS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× Gemini の3つの活用法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14400"/>
            <a:ext cx="7772400" cy="822960"/>
          </a:xfrm>
          <a:prstGeom prst="rect">
            <a:avLst>
              <a:gd name="adj" fmla="val 555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960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返信ドラフト自動生成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280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受信メールに対して、Gemini が返信案を自動作成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1920240"/>
            <a:ext cx="7772400" cy="822960"/>
          </a:xfrm>
          <a:prstGeom prst="rect">
            <a:avLst>
              <a:gd name="adj" fmla="val 555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1965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メール分類・優先度付け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860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受信トレイを自動分類。重要メールが一目で分かる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2926080"/>
            <a:ext cx="7772400" cy="822960"/>
          </a:xfrm>
          <a:prstGeom prst="rect">
            <a:avLst>
              <a:gd name="adj" fmla="val 555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要約・重要ポイント抽出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2918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長いメールスレッドを AI が自動要約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353312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実演のシナリオ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822960"/>
            <a:ext cx="7772400" cy="731520"/>
          </a:xfrm>
          <a:prstGeom prst="rect">
            <a:avLst>
              <a:gd name="adj" fmla="val 6250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8686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これから、営業メールへの返信を Gemini で作成する様子をお見せします。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" y="1828800"/>
            <a:ext cx="2286000" cy="1645920"/>
          </a:xfrm>
          <a:prstGeom prst="rect">
            <a:avLst>
              <a:gd name="adj" fmla="val 2778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57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受信メール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4231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顧客からの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提案依頼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29000" y="1828800"/>
            <a:ext cx="2286000" cy="1645920"/>
          </a:xfrm>
          <a:prstGeom prst="rect">
            <a:avLst>
              <a:gd name="adj" fmla="val 2778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2057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Gemini処理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6160" y="24231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背景情報から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回答を生成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89320" y="1828800"/>
            <a:ext cx="2286000" cy="1645920"/>
          </a:xfrm>
          <a:prstGeom prst="rect">
            <a:avLst>
              <a:gd name="adj" fmla="val 277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2057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カスタマイズ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26480" y="24231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生成案を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微調整して送信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353312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実演: Gmail メール作成 + Drive 活用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868680"/>
            <a:ext cx="7772400" cy="1645920"/>
          </a:xfrm>
          <a:prstGeom prst="rect">
            <a:avLst>
              <a:gd name="adj" fmla="val 2778"/>
            </a:avLst>
          </a:prstGeom>
          <a:solidFill>
            <a:srgbClr val="F3F4F6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914400"/>
            <a:ext cx="768096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【実演動画: 57.6秒】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Gmail で顧客メールを受け取る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「Gemini で返信案を作成」をクリック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Drive から既存提案書を参照させ、カスタマイズ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数秒で完成した返信メールを確認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2121408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GENERATION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Gmail: 返信ドラフト自動生成の仕組み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9144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9326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受信メール読み込み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12618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顧客からのメール内容を AI が理解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17830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18013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背景情報の検索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1305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関連する過去メール・資料から文脈取得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26517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71600" y="26700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返信案の生成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29992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トーン・内容・署名まで完全な返信を生成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35204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71600" y="3538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ユーザーレビュー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38679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生成案を確認・修正してから送信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2231136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INTEGRATION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ドライブ統合: 情報の再利用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914400"/>
            <a:ext cx="2286000" cy="1828800"/>
          </a:xfrm>
          <a:prstGeom prst="rect">
            <a:avLst>
              <a:gd name="adj" fmla="val 25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自動検索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15087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「去年のプロジェクト資料」と言うだけで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関連ファイルを自動抽出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9000" y="914400"/>
            <a:ext cx="2286000" cy="1828800"/>
          </a:xfrm>
          <a:prstGeom prst="rect">
            <a:avLst>
              <a:gd name="adj" fmla="val 25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要約・抽出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15087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PDF・スプレッドシートから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必要なデータだけを抽出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89320" y="914400"/>
            <a:ext cx="2286000" cy="1828800"/>
          </a:xfrm>
          <a:prstGeom prst="rect">
            <a:avLst>
              <a:gd name="adj" fmla="val 25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カスタマイズ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15087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抽出した情報をベースに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新規メール・資料を作成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3200400"/>
            <a:ext cx="7772400" cy="365760"/>
          </a:xfrm>
          <a:prstGeom prst="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2004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過去資料を『再利用』するだけで、メール作成時間が大幅短縮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133856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Workspace統合の相乗効果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868680"/>
            <a:ext cx="7772400" cy="1097280"/>
          </a:xfrm>
          <a:prstGeom prst="rect">
            <a:avLst>
              <a:gd name="adj" fmla="val 4167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9144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(メール返信) × ドライブ (背景情報) → 完全な返答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2801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単体の機能ではなく、複数の Workspace ツールが連動することで、初めて業務効率化が実現する。これが Gemini の最大の強み。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901952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使う時のポイント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822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生成案は確認してから送信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71800" y="8229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が作ったものを『確認』『微調整』するステップが重要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機密情報を入力する時は注意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71800" y="16916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顧客情報・社外秘の内容は事前に確認・同意を得てから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ドライブに『テンプレート』を用意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71800" y="25603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が参照する基本フォーマットがあると、生成精度が大幅アップ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429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定期的に手動修正の例を学習させる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71800" y="342900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管理者が『標準的な表現』を定義していく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46304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今からできることは？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914400"/>
            <a:ext cx="2286000" cy="1828800"/>
          </a:xfrm>
          <a:prstGeom prst="rect">
            <a:avLst>
              <a:gd name="adj" fmla="val 25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15087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での返信機能から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試してみる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9000" y="914400"/>
            <a:ext cx="2286000" cy="1828800"/>
          </a:xfrm>
          <a:prstGeom prst="rect">
            <a:avLst>
              <a:gd name="adj" fmla="val 25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15087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よく使う資料を Drive に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まとめておく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89320" y="914400"/>
            <a:ext cx="2286000" cy="1828800"/>
          </a:xfrm>
          <a:prstGeom prst="rect">
            <a:avLst>
              <a:gd name="adj" fmla="val 25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15087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生成されたメール・資料を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レビューして改善する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0" y="1371600"/>
            <a:ext cx="457200" cy="457200"/>
          </a:xfrm>
          <a:prstGeom prst="ellipse">
            <a:avLst/>
          </a:prstGeom>
          <a:solidFill>
            <a:srgbClr val="93C5F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92608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× Drive の統合により、メール作成が劇的に効率化される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0" y="2286000"/>
            <a:ext cx="457200" cy="457200"/>
          </a:xfrm>
          <a:prstGeom prst="ellipse">
            <a:avLst/>
          </a:prstGeom>
          <a:solidFill>
            <a:srgbClr val="93C5F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92608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が生成した案を『確認・微調整』する『人間の目』が重要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3200400"/>
            <a:ext cx="457200" cy="457200"/>
          </a:xfrm>
          <a:prstGeom prst="ellipse">
            <a:avLst/>
          </a:prstGeom>
          <a:solidFill>
            <a:srgbClr val="93C5F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92608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小さく始めて、成功事例を社内で共有することが導入成功の鍵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 修了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242316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実演で見えた、Workspace 統合の力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 P-03 営業企画効率化実演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P-02: Google Workspace 統合実演</dc:title>
  <dc:subject>PptxGenJS Presentation</dc:subject>
  <dc:creator>Gorilla Knowledge</dc:creator>
  <cp:lastModifiedBy>Gorilla Knowledge</cp:lastModifiedBy>
  <cp:revision>1</cp:revision>
  <dcterms:created xsi:type="dcterms:W3CDTF">2026-04-02T00:23:16Z</dcterms:created>
  <dcterms:modified xsi:type="dcterms:W3CDTF">2026-04-02T00:23:16Z</dcterms:modified>
</cp:coreProperties>
</file>