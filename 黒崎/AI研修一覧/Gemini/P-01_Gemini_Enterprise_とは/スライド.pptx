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65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229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とは？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企業向けAIの最新トレンド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77724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3774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スライド説明のみ（12分）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AIの競争激化時代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2022年11月: ChatGPT 登場 → 生成AI市場が急速に成長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1554480"/>
            <a:ext cx="2468880" cy="1188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汎用性・ユーザビリティ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1554480"/>
            <a:ext cx="2468880" cy="1188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セキュリティ・信頼性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89320" y="1554480"/>
            <a:ext cx="2468880" cy="1188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2648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統合度・企業対応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企業導入では：セキュリティ・カスタマイズ・統合が求められる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が Gemini を作った理由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Google Workspace に AI を統合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1463040"/>
            <a:ext cx="1920240" cy="292608"/>
          </a:xfrm>
          <a:prstGeom prst="rect">
            <a:avLst>
              <a:gd name="adj" fmla="val 15625"/>
            </a:avLst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1790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2025年1月15日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88920" y="1463040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が Google Workspace に標準搭載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1920240"/>
            <a:ext cx="1920240" cy="292608"/>
          </a:xfrm>
          <a:prstGeom prst="rect">
            <a:avLst>
              <a:gd name="adj" fmla="val 15625"/>
            </a:avLst>
          </a:prstGeom>
          <a:solidFill>
            <a:srgbClr val="DBEAFE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97510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2025年3月17日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88920" y="1920240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新規・更新契約に新料金が適用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1920240" cy="292608"/>
          </a:xfrm>
          <a:prstGeom prst="rect">
            <a:avLst>
              <a:gd name="adj" fmla="val 15625"/>
            </a:avLst>
          </a:prstGeom>
          <a:solidFill>
            <a:srgbClr val="DBEAF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43230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2025年10月9日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88920" y="2377440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発表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2834640"/>
            <a:ext cx="1920240" cy="292608"/>
          </a:xfrm>
          <a:prstGeom prst="rect">
            <a:avLst>
              <a:gd name="adj" fmla="val 15625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88950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2026年3月4日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88920" y="2834640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アプリの共有機能が拡張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主要AIツール比較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汎用性で最普及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セキュリティ・プライバシー重視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Gemini: Google Workspace 統合が強み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統合度の違い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ChatGPT/Claude: 独立ツール → コピペ作業必要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Gemini: Workspace に埋め込み → 統合度が圧倒的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信頼性・精度の比較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2026年現在：精度差はほぼなし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各ツール得意分野で選択することが重要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統合されたサービス一覧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/ ドキュメント / スプレッドシート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スライド / Meet / カレンダー / Drive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× Gemini の活用例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従来: 受け取る → 読む → 考える → 返信（5～10分）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Gemini: 受け取る → 提案確認 → 送信（3～5分）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営業チーム全体: 月間数十時間削減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 × Gemini の活用例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従来: 調査 → 作成 → 推敲 → 修正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Gemini: 調査 → 初稿生成 → 最終調整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定型文書作成: 最大80%削減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画像生成機能（2026年3月搭載）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プレゼン資料の図表自動生成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マーケティング素材の草案作成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提案書のイラスト自動作成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動画生成機能（2026年3月搭載）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営業研修の教材動画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製品紹介動画の自動骨組み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社内通知ビデオ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制作時間が大幅削減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 機能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特定テーマの深掘り調査を自動実行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戦略立案・市場調査・競合分析に活躍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調査時間を最大70%削減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企業導入の実績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J:COM: 月1,500時間削減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月3～4時間削減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日本特殊陶業: 週3.1時間削減（全社展開へ）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業務別の効率化実績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メール返信: 60-70%削減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資料作成: 70-80%削減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情報整理: 50-60%削減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データ分析: 60-75%削減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→全社平均: 年間200時間削減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企業導入のプロセス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パイロット導入（10～50名）→ ユースケース確認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部分導入（部門単位）→ 業務改善を検証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全社展開 → 標準ツール化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多くの企業は3～6ヶ月で全社展開に到達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企業向けセキュリティ機能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 / CMEK / EKM・HSM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DLP（機密情報の流出を自動検知・遮断）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RBAC（ロールベースアクセス管理）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業界別コンプライアンス対応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HIPAA（医療） / FedRAMP（米国政府）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27001/27018 / SOC 2 Type II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DSS（金融・決済）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金融・医療・公共セクターでも安心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データの所在地対応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EU企業: EU リージョンでの処理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US企業: US リージョンでの処理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日本企業: 日本・アジアリージョンでの処理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地域規制に完全対応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無料版 vs Enterprise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無料版: 基本チャット・Web検索のみ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Workspace+Gemini: 統合機能・画像生成あり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管理画面・セキュリティ機能フル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のポジション（2026年現在）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汎用性で選ばれている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信頼性で選ばれている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Gemini: 統合度 × セキュリティで選ばれている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を成功させるポイント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パイロット導入から始める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ユースケースを集める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従業員教育を並行実施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セキュリティルールを明確化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5486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32004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次のステップ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自社で使えそうな業務を探す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小規模から試す（10～20名）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効果を数値化する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部門横断で共有する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年間200時間の削減 = 1人分の雇用価値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P-01: Gemini Enterprise とは？</dc:title>
  <dc:subject>PptxGenJS Presentation</dc:subject>
  <dc:creator>Gorilla Knowledge</dc:creator>
  <cp:lastModifiedBy>Gorilla Knowledge</cp:lastModifiedBy>
  <cp:revision>1</cp:revision>
  <dcterms:created xsi:type="dcterms:W3CDTF">2026-04-01T23:59:58Z</dcterms:created>
  <dcterms:modified xsi:type="dcterms:W3CDTF">2026-04-01T23:59:58Z</dcterms:modified>
</cp:coreProperties>
</file>