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とは？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2402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企業向けAIの最新トレンド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 |  全社員向け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 が従来のAIツールと何が違うかを説明できる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1965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統合によるビジネス価値を理解する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9748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実企業での導入効果（年200時間削減など）を具体的に説明できる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生成AI競争の激化（2022-2026）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最も普及している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汎用AI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セキュリティ重視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長文処理に強い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Workspace統合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セキュリティ完備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20040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企業が求めるのはもはや『高性能』だけではなく『統合』『セキュリティ』『カスタマイズ性』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53312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との統合が強み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3657600" cy="2286000"/>
          </a:xfrm>
          <a:prstGeom prst="rect">
            <a:avLst>
              <a:gd name="adj" fmla="val 2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従来のAI（ChatGPT等）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14630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独立したツール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データをコピペで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移動させる必要あり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業務が煩雑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914400"/>
            <a:ext cx="3657600" cy="2286000"/>
          </a:xfrm>
          <a:prstGeom prst="rect">
            <a:avLst>
              <a:gd name="adj" fmla="val 200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Enterprise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83480" y="14630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Gmail・Drive・Docsに直接統合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AIがそのまま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メール・ドキュメント内で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動作する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85800" y="347472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747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統合度が高いほど業務効率化の効果も大きい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統合機能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7772400" cy="731520"/>
          </a:xfrm>
          <a:prstGeom prst="rect">
            <a:avLst>
              <a:gd name="adj" fmla="val 625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941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97840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メール返信案の自動生成・分類・優先度付け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1783080"/>
            <a:ext cx="7772400" cy="731520"/>
          </a:xfrm>
          <a:prstGeom prst="rect">
            <a:avLst>
              <a:gd name="adj" fmla="val 625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8562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189280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文書作成支援・文法チェック・スタイル提案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697480"/>
            <a:ext cx="7772400" cy="731520"/>
          </a:xfrm>
          <a:prstGeom prst="rect">
            <a:avLst>
              <a:gd name="adj" fmla="val 625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770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スプレッドシート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71800" y="280720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データ分析・グラフ生成・計算式作成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611880"/>
            <a:ext cx="7772400" cy="731520"/>
          </a:xfrm>
          <a:prstGeom prst="rect">
            <a:avLst>
              <a:gd name="adj" fmla="val 625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Meet・カレンダー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971800" y="372160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文字起こし・議事録生成・スケジュール最適化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024128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2026年最新機能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2286000" cy="2011680"/>
          </a:xfrm>
          <a:prstGeom prst="rect">
            <a:avLst>
              <a:gd name="adj" fmla="val 2273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プレゼン資料の図表・マーケティング素材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914400"/>
            <a:ext cx="2286000" cy="2011680"/>
          </a:xfrm>
          <a:prstGeom prst="rect">
            <a:avLst>
              <a:gd name="adj" fmla="val 227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動画生成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50876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テキストから短編動画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自動作成機能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286000" cy="2011680"/>
          </a:xfrm>
          <a:prstGeom prst="rect">
            <a:avLst>
              <a:gd name="adj" fmla="val 227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0116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テーマについて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深掘り調査・レポート化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47472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4747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これらが Workspace に統合され、資料作成からプレゼンまで AI が一気通貫サポート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企業導入のメリット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868680"/>
            <a:ext cx="7772400" cy="960120"/>
          </a:xfrm>
          <a:prstGeom prst="rect">
            <a:avLst>
              <a:gd name="adj" fmla="val 476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9418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年200時間削減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25272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1名あたり平均値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月16時間、日当たり30分の効率化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7772400" cy="960120"/>
          </a:xfrm>
          <a:prstGeom prst="rect">
            <a:avLst>
              <a:gd name="adj" fmla="val 476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130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資料作成70-80%削減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44144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提案書・分析レポート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の作成時間が大幅短縮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246120"/>
            <a:ext cx="7772400" cy="960120"/>
          </a:xfrm>
          <a:prstGeom prst="rect">
            <a:avLst>
              <a:gd name="adj" fmla="val 476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19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メール対応60-70%削減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63016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返信ドラフト自動生成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優先度付けで処理効率化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68249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実企業の導入事例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91440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J:COM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7180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月1,500時間削減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057400"/>
            <a:ext cx="7772400" cy="91440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71800" y="2240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月3～4時間削減（1名）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200400"/>
            <a:ext cx="7772400" cy="914400"/>
          </a:xfrm>
          <a:prstGeom prst="rect">
            <a:avLst>
              <a:gd name="adj" fmla="val 5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日本特殊陶業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97180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週3.1時間削減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356616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業種・規模を問わず、全社で確実な業務削減を実現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4358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4358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セキュリティ・コンプライアンス対応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HIPAA・FedRAMP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医療・政府機関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レベルのセキュリティ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情報セキュリティ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国際標準に完全対応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286000" cy="1828800"/>
          </a:xfrm>
          <a:prstGeom prst="rect">
            <a:avLst>
              <a:gd name="adj" fmla="val 25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CMEK・DLP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暗号化キー管理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データ損失防止機能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20040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金融・医療・公共セクターでも安心して導入できるセキュリティレベル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46304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vs Gemini vs Claude 比較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182880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0" y="914400"/>
            <a:ext cx="182880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914400"/>
            <a:ext cx="182880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914400"/>
            <a:ext cx="182880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914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13258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1325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Workspace統合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0" y="13258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1325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0" y="13258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325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13258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325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17373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1737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セキュリティ機能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0" y="17373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1737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基本的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0" y="17373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737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フル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0" y="17373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737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充実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4400" y="21488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企業導入向け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43200" y="21488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572000" y="21488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00800" y="21488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2148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914400" y="256032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0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既存ツール連携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743200" y="256032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0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0" y="256032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400800" y="256032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2560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14400" y="29718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584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データ地域対応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743200" y="29718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3464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572000" y="29718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400800" y="29718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9224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85800" y="3566160"/>
            <a:ext cx="7772400" cy="36576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" y="35661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ユーザーなら、Gemini の統合度は圧倒的に有利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0" y="13716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92608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は Workspace 統合により、AI の価値を最大限引き出せる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9260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実企業で年200時間の削減を実現。ROI は圧倒的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2004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92608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HIPAA・FedRAMP 対応で、金融・医療でも安全に使える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修了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企業向けAIの新時代、ここから始めよう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→ P-02 Google Workspace 統合実演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P-01: Gemini Enterprise とは？ -- 企業向けAIの最新トレンド</dc:title>
  <dc:subject>PptxGenJS Presentation</dc:subject>
  <dc:creator>Gorilla Knowledge</dc:creator>
  <cp:lastModifiedBy>Gorilla Knowledge</cp:lastModifiedBy>
  <cp:revision>1</cp:revision>
  <dcterms:created xsi:type="dcterms:W3CDTF">2026-04-02T00:20:47Z</dcterms:created>
  <dcterms:modified xsi:type="dcterms:W3CDTF">2026-04-02T00:20:47Z</dcterms:modified>
</cp:coreProperties>
</file>