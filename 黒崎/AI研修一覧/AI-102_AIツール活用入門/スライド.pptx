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AIツール活用入門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主要ツールを知り、使い分けを理解する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   |   AI-101修了者向け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主要なAIツール（ChatGPT / Claude / Gemini等）の特徴を説明できる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目的に応じてどのツールが適しているか判断できる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AIツールの基本的な使い方（プロンプトの書き方）を実践できる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AIツールの全体マップ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35661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3258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9903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チャット型AI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0020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文章で対話して回答を得る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05156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1051560"/>
            <a:ext cx="356616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3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9903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2356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コード支援AI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62356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プログラミングを助ける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9377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Cursor / Claude Code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5800" y="283464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" y="2834640"/>
            <a:ext cx="35661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19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8211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画像・動画生成AI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6002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ビジュアルコンテンツを作る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1440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/ DALL-E / Sora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09160" y="283464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09160" y="2834640"/>
            <a:ext cx="3566160" cy="4572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30" name="Shape 25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182112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2356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業務特化ツール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562356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特定の業務に最適化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93776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/ Perplexity / Copilot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チャット型AIの比較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143000"/>
            <a:ext cx="23774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4300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2286000"/>
            <a:ext cx="1828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6032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最も普及・知名度No.1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896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マルチモーダル対応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5760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プラグイン/GPTs豊富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383280" y="1143000"/>
            <a:ext cx="23774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383280" y="1143000"/>
            <a:ext cx="2377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17"/>
          <p:cNvSpPr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3657600" y="2286000"/>
            <a:ext cx="1828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56032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862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長文処理が得意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10896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安全性重視の設計</a:t>
            </a:r>
            <a:endParaRPr lang="en-US" sz="13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65760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8620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丁寧で正確な回答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989320" y="1143000"/>
            <a:ext cx="23774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989320" y="1143000"/>
            <a:ext cx="2377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25"/>
          <p:cNvSpPr/>
          <p:nvPr/>
        </p:nvSpPr>
        <p:spPr>
          <a:xfrm>
            <a:off x="598932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2200" dirty="0"/>
          </a:p>
        </p:txBody>
      </p:sp>
      <p:sp>
        <p:nvSpPr>
          <p:cNvPr id="34" name="Text 26"/>
          <p:cNvSpPr/>
          <p:nvPr/>
        </p:nvSpPr>
        <p:spPr>
          <a:xfrm>
            <a:off x="59893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263640" y="2286000"/>
            <a:ext cx="18288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560320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9224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Google連携が強み</a:t>
            </a:r>
            <a:endParaRPr lang="en-US" sz="13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108960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4922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検索統合で最新情報</a:t>
            </a:r>
            <a:endParaRPr lang="en-US" sz="13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657600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49224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マルチモーダル対応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コード支援AI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7772400" cy="8229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143000"/>
            <a:ext cx="4572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234440"/>
            <a:ext cx="822960" cy="228600"/>
          </a:xfrm>
          <a:prstGeom prst="rect">
            <a:avLst>
              <a:gd name="adj" fmla="val 20000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234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コード補完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1143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Codeに組み込むコード補完の定番。コードを書く途中で次のコードを予測・提案。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148840"/>
            <a:ext cx="7772400" cy="8229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148840"/>
            <a:ext cx="4572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2240280"/>
            <a:ext cx="932688" cy="228600"/>
          </a:xfrm>
          <a:prstGeom prst="rect">
            <a:avLst>
              <a:gd name="adj" fmla="val 20000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240280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AIエディタ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29000" y="2148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AI機能を最初から組み込んだエディタ。チャットで対話しながらコーディングできる。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7772400" cy="8229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154680"/>
            <a:ext cx="4572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3246120"/>
            <a:ext cx="603504" cy="228600"/>
          </a:xfrm>
          <a:prstGeom prst="rect">
            <a:avLst>
              <a:gd name="adj" fmla="val 20000"/>
            </a:avLst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24612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42900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ターミナルから直接AIに指示。ファイルをまたいだ大規模な変更にも対応。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33672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25880" y="4160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エンジニアの方はまずGitHub Copilotから試すのがおすすめ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画像・動画生成AI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7772400" cy="8229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143000"/>
            <a:ext cx="4572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テキストから高品質なアート画像を生成。Discordアプリ経由で利用。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1371600"/>
            <a:ext cx="2743200" cy="365760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デザイン案、コンセプトアート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148840"/>
            <a:ext cx="7772400" cy="8229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148840"/>
            <a:ext cx="4572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OpenAIの画像生成AI。ChatGPTに統合されており手軽。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32120" y="2377440"/>
            <a:ext cx="2743200" cy="365760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プレゼン画像、イラスト素材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7772400" cy="8229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154680"/>
            <a:ext cx="4572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OpenAIの動画生成AI。テキストの指示から短い動画を作成。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32120" y="3383280"/>
            <a:ext cx="2743200" cy="365760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プロモーション動画、イメージ映像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33672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25880" y="4160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デザイン業務の効率化やプレゼン素材作りに活用できる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243584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業務特化ツール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7772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143000"/>
            <a:ext cx="4572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28016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353312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00200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886200" y="1143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PDFやドキュメントを読み込んで質問。大量の資料を素早く理解。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2148840"/>
            <a:ext cx="7772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2148840"/>
            <a:ext cx="4572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5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359152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002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6002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886200" y="2148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情報をまとめて出典付きで回答。リサーチ業務の効率を大幅アップ。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85800" y="3154680"/>
            <a:ext cx="7772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85800" y="3154680"/>
            <a:ext cx="45720" cy="8229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5" name="Shape 21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364992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00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1600200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886200" y="31546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Word・Excel・Teamsに統合。いつもの環境でAI活用。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3367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25880" y="4160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普段の業務フローにAIを組み込めるのが最大のメリット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目的別おすすめマップ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2286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71800" y="1051560"/>
            <a:ext cx="54864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1051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おすすめツール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554480"/>
            <a:ext cx="22860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文章作成・要約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71800" y="1554480"/>
            <a:ext cx="54864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554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05740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リサーチ・調査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71800" y="2057400"/>
            <a:ext cx="5486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2057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/ Gemini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560320"/>
            <a:ext cx="22860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資料分析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71800" y="2560320"/>
            <a:ext cx="54864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2560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/ Claude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306324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プレゼン画像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71800" y="3063240"/>
            <a:ext cx="5486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063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566160"/>
            <a:ext cx="22860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566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71800" y="3566160"/>
            <a:ext cx="54864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3246120" y="3566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/ Cursor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4069080"/>
            <a:ext cx="2286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社内業務全般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971800" y="4069080"/>
            <a:ext cx="5486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4069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42976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迷ったら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か Claude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から始めよう — 最も汎用的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プロンプトの基本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3657600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「メールを書いて」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誰に？何の？トーンは？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3657600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「取引先の田中様に、会議を30分後ろ倒しにしたいお詫びメールをビジネス敬語で200文字程度で」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46304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役割を指定する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1188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「あなたはビジネスメールの専門家です」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" y="32461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383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44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具体的に書く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1188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誰に、何を、どんなトーンで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" y="3886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0233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44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出力形式を指定する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61188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文字数、箇条書き、テーブルなど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AIツールを使うときの注意点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45720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23444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料金体系を把握する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無料版と有料版の違いを理解。使いすぎに注意。業務利用なら有料版の検討も。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33172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入力情報がAIの学習に使われる可能性あり。顧客情報・社内機密は絶対に入力しない。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3291840"/>
            <a:ext cx="4572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社内ルールを確認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利用可能なツール・用途を確認。承認された範囲で使う。不明なら上長・IT部門へ。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4カテゴリ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チャット型 / コード支援 / 画像生成 / 業務特化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目的に合わせて使い分けることが大切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役割・具体性・出力形式の3つを意識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料金・セキュリティ・社内ルールを必ず確認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AI-103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AI-102: AIツール活用入門 — 主要ツールを知り、使い分けを理解する</dc:title>
  <dc:subject>PptxGenJS Presentation</dc:subject>
  <dc:creator>Gorilla Knowledge</dc:creator>
  <cp:lastModifiedBy>Gorilla Knowledge</cp:lastModifiedBy>
  <cp:revision>1</cp:revision>
  <dcterms:created xsi:type="dcterms:W3CDTF">2026-03-19T15:02:25Z</dcterms:created>
  <dcterms:modified xsi:type="dcterms:W3CDTF">2026-03-19T15:02:25Z</dcterms:modified>
</cp:coreProperties>
</file>