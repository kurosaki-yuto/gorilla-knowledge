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AIエージェント実践活用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業務を変えるエージェント活用術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   |   全社員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AIエージェントの主要なツールと製品を知る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部門別の活用パターンを理解できる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自社での導入ステップをイメージできる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主要なAIエージェント製品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+ GPTs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カスタムエージェントを誰でも作れる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外部ツールと直結して実行力UP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365と連携した業務自動化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営業部門の活用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見込み客の発掘からフォローアップまで自動化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リード発掘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Web情報を収集し見込み客リストを自動作成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提案書作成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顧客情報から最適な提案書のたたき台を生成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フォローアップ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商談後のお礼メールを自動生成・送信提案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営業の「調べる・書く・送る」をエージェントが代行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管理部門の活用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経費精算・勤怠管理・問い合わせ対応を効率化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領収書画像から金額読取→申請書自動作成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社内FAQ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規程を参照し社員からの質問に即時回答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レポート生成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各システムからデータ集計→月次報告書作成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定型業務の80%をエージェントに任せられる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マーケティング部門の活用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コンテンツ制作・分析・配信の自動化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市場調査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競合情報の収集→トレンド分析レポート作成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コンテンツ制作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ブログ記事・SNS投稿の下書き一括生成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GA4データ取得→成果レポート自動生成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023360"/>
            <a:ext cx="7772400" cy="45720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228600" cy="2286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0233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「調査→制作→分析」のサイクルを高速に回せる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320040"/>
            <a:ext cx="640080" cy="256032"/>
          </a:xfrm>
          <a:prstGeom prst="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200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開発部門の活用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コーディング・テスト・ドキュメント作成を支援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160020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160020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600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コード生成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71800" y="1600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Issue→実装→テスト→PR作成を自動実行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3172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33172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331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コードレビュー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Review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718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変更点の自動分析→改善提案→セキュリティチェック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3063240"/>
            <a:ext cx="777240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063240"/>
            <a:ext cx="457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063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ドキュメント生成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10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30632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コードからAPI仕様書やREADMEを自動生成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部門別 導入効果の目安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削減できる作業時間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5394960" y="109728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主な対象業務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23317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週5〜10時間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9496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リサーチ・提案書・メール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週8〜15時間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3774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経費精算・FAQ・レポート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マーケ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週5〜8時間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0" name="Text 28"/>
          <p:cNvSpPr/>
          <p:nvPr/>
        </p:nvSpPr>
        <p:spPr>
          <a:xfrm>
            <a:off x="5394960" y="301752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調査・制作・分析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233172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週10〜20時間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コーディング・レビュー・ドキュメント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導入の3ステップ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8590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業務の棚卸し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繰り返し作業・定型作業をリストアップ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00600" y="105156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4859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161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小さく始める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5669280" y="15819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1つの業務でパイロット導入する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858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9946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効果測定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時間削減・品質改善を定量的に確認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00600" y="2560320"/>
            <a:ext cx="3657600" cy="123444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946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横展開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5669280" y="30906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成功パターンを他部門に広げる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Text 18"/>
          <p:cNvSpPr/>
          <p:nvPr/>
        </p:nvSpPr>
        <p:spPr>
          <a:xfrm>
            <a:off x="960120" y="41605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まずは1つの業務で試してみることが大事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導入時の注意点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セキュリティポリシーの確認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社内データをAIに渡す範囲を事前に定める。IT部門と連携。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コストの把握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API利用料は従量課金が多い。予算上限の設定が必要。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品質チェック体制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エージェントの出力を確認するフローを組み込む。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AI-202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主要製品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GPTs / Claude MCP / Copilot Studio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活用場面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営業・管理・マーケ・開発の定型業務自動化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導入方法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棚卸し→パイロット→効果測定→横展開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370332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703320"/>
            <a:ext cx="4572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7033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697480" y="37033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セキュリティ・コスト・品質チェック体制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AI-203 マルチエージェントシステム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AI-202: AIエージェント実践活用 — 業務を変えるエージェント活用術</dc:title>
  <dc:subject>PptxGenJS Presentation</dc:subject>
  <dc:creator>Gorilla Knowledge</dc:creator>
  <cp:lastModifiedBy>Gorilla Knowledge</cp:lastModifiedBy>
  <cp:revision>1</cp:revision>
  <dcterms:created xsi:type="dcterms:W3CDTF">2026-03-19T15:34:14Z</dcterms:created>
  <dcterms:modified xsi:type="dcterms:W3CDTF">2026-03-19T15:34:14Z</dcterms:modified>
</cp:coreProperties>
</file>