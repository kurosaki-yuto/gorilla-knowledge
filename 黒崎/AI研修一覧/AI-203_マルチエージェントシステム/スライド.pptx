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マルチエージェントシステム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複数AIの協調で複雑な業務を解決する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AI-203   |   全社員   |   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マルチエージェントとは何かを説明できる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エージェント間の協調パターンを理解できる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業務での活用イメージを持てる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マルチエージェントとは？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役割の異なる複数のAIエージェントが協力して1つの目標を達成するシステム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シングルエージェント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1つのAIが全部やる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得意・不得意が混在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複雑なタスクに限界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マルチエージェント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専門家チームのように分担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各AIが得意分野に集中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複雑なタスクも高品質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人間のチームワークと同じ。専門家が協力すると、1人でやるより良い結果が出る。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3つの協調パターン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階層型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リーダーが指揮し専門家が実行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議論型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エージェント同士が議論して結論を出す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パイプライン型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工程順にリレーして成果物を仕上げる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階層型パターン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オーケストレーター（指揮者）が全体を管理し、専門エージェントに仕事を振る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指揮者AI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300" y="1755648"/>
            <a:ext cx="182880" cy="182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7660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リサーチAI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55648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8234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7" name="Text 13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ライティングAI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755648"/>
            <a:ext cx="18288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8808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20" name="Text 15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レビューAI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686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指揮者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78892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タスクを分解し、適切なエージェントに割り振る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868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専門家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2788920" y="2971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各自の得意分野で最高品質のアウトプットを出す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85800" y="36118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6868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2788920" y="3611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指揮者が成果物を統合し最終チェック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805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80160" y="4389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最も一般的なパターン。管理がしやすく安定した結果を出せる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議論型パターン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複数のAIが異なる視点で議論し、より良い結論を導き出す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賛成派AI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提案のメリットを論理的に主張する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反対派AI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リスクや課題を指摘する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まとめ役AI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双方の意見を統合し最終判断を下す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3931920"/>
            <a:ext cx="3657600" cy="45720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2336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8872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多角的な視点で偏りのない結論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800600" y="3931920"/>
            <a:ext cx="3657600" cy="45720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023360"/>
            <a:ext cx="228600" cy="2286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30352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処理時間が長くなる場合がある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パイプライン型パターン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製造ラインのように各工程をリレーする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情報収集AI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300" y="1755648"/>
            <a:ext cx="182880" cy="182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7660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分析AI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55648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8234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7" name="Text 13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文章作成AI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755648"/>
            <a:ext cx="18288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8808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20" name="Text 15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校正AI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686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工程1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78892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前工程の成果物を受け取り、自分の処理を加える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868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工程2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2788920" y="2971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次の工程に成果物を渡す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85800" y="36118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6868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2788920" y="3611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全工程を経て最終成果物が完成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805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80160" y="4389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各工程が独立しているため品質管理しやすい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協調パターン比較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204216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階層型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3880" y="1097280"/>
            <a:ext cx="204216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37388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議論型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16040" y="1097280"/>
            <a:ext cx="204216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41604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パイプライン型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指揮者が分担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7388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437388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エージェント同士が議論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1604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1604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工程順にリレー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向いている業務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3172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プロジェクト管理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7388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37388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戦略立案・企画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1604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1604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コンテンツ制作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メリット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管理しやすい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7388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6" name="Text 34"/>
          <p:cNvSpPr/>
          <p:nvPr/>
        </p:nvSpPr>
        <p:spPr>
          <a:xfrm>
            <a:off x="437388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多角的な視点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1604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8" name="Text 36"/>
          <p:cNvSpPr/>
          <p:nvPr/>
        </p:nvSpPr>
        <p:spPr>
          <a:xfrm>
            <a:off x="641604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品質管理が容易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業務での活用シーン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859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レポート作成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調査→分析→執筆→校正を4つのAIで分担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859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システム開発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設計AI→実装AI→テストAI→レビューAI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94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採用プロセス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書類選考AI→質問生成AI→評価AI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994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多言語対応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翻訳AI→文化適応AI→品質チェックAI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18"/>
          <p:cNvSpPr/>
          <p:nvPr/>
        </p:nvSpPr>
        <p:spPr>
          <a:xfrm>
            <a:off x="960120" y="41605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1つのAIでは難しい複雑なタスクを、チームワークで解決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マルチエージェントの注意点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コストが増える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435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エージェント数に応じてAPI利用料が増加。費用対効果を検証。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194560"/>
            <a:ext cx="45720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エラーの連鎖リスク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578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1つのエージェントのミスが後工程に伝播。中間チェックが重要。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3337560"/>
            <a:ext cx="45720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4290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20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情報共有の管理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3721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エージェント間で共有するデータの機密レベルを管理する。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マルチエージェント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複数AIが協力して複雑なタスクを達成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3つのパターン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階層型・議論型・パイプライン型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活用場面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レポート・開発・採用・多言語対応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3703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コスト増・エラー連鎖・情報共有管理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AI-204 AIエージェント開発入門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AI-203: マルチエージェントシステム — 複数AIの協調で複雑な業務を解決する</dc:title>
  <dc:subject>PptxGenJS Presentation</dc:subject>
  <dc:creator>Gorilla Knowledge</dc:creator>
  <cp:lastModifiedBy>Gorilla Knowledge</cp:lastModifiedBy>
  <cp:revision>1</cp:revision>
  <dcterms:created xsi:type="dcterms:W3CDTF">2026-03-19T15:34:15Z</dcterms:created>
  <dcterms:modified xsi:type="dcterms:W3CDTF">2026-03-19T15:34:15Z</dcterms:modified>
</cp:coreProperties>
</file>