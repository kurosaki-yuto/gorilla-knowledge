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9144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高度な検索テクニック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3200400" y="251460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697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Perplexityを使いこなす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  |  全社員向け実践  |  12分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96012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9144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フォーカス機能を目的に応じて使い分けられる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164592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1168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19659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Searchで複雑な調査を効率的に行える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269748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0632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30175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コレクション機能で検索結果を整理・共有できる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91440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フォーカス機能とは？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777240"/>
            <a:ext cx="7772400" cy="64008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777240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検索対象を特定のソースに絞り込み、回答の精度を上げる機能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1691640"/>
            <a:ext cx="2286000" cy="128016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1828800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1440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ノイズ削減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14400" y="2468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不要な情報源を排除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429000" y="1691640"/>
            <a:ext cx="2286000" cy="128016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82880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2900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精度向上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429000" y="2468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目的に合ったソースのみ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5943600" y="1691640"/>
            <a:ext cx="2286000" cy="128016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82880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94360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時間短縮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5943600" y="2468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最短で必要な情報へ</a:t>
            </a:r>
            <a:endParaRPr lang="en-US" sz="14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291840"/>
            <a:ext cx="201168" cy="20116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60120" y="3246120"/>
            <a:ext cx="7452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検索バーの下にあるドロップダウンから選択するだけ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フォーカスの種類と使い分け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914400"/>
            <a:ext cx="2286000" cy="109728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32588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005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71600" y="13258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Web全体を横断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（デフォルト）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29000" y="914400"/>
            <a:ext cx="2286000" cy="109728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32588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31920" y="1005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931920" y="13258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学術論文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研究データ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989320" y="914400"/>
            <a:ext cx="2286000" cy="109728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32588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92240" y="1005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492240" y="13258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文章生成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（Web検索なし）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68680" y="2240280"/>
            <a:ext cx="2286000" cy="109728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65176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71600" y="2331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1371600" y="26517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動画コンテンツ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から情報取得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3429000" y="2240280"/>
            <a:ext cx="2286000" cy="109728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2651760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931920" y="2331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3931920" y="26517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コミュニティ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生の声・レビュー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5989320" y="2240280"/>
            <a:ext cx="2286000" cy="109728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2651760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492240" y="2331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</a:t>
            </a:r>
            <a:endParaRPr lang="en-US" sz="1600" dirty="0"/>
          </a:p>
        </p:txBody>
      </p:sp>
      <p:sp>
        <p:nvSpPr>
          <p:cNvPr id="30" name="Text 22"/>
          <p:cNvSpPr/>
          <p:nvPr/>
        </p:nvSpPr>
        <p:spPr>
          <a:xfrm>
            <a:off x="6492240" y="26517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百科事典的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基礎知識</a:t>
            </a:r>
            <a:endParaRPr lang="en-US" sz="12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474720"/>
            <a:ext cx="201168" cy="20116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960120" y="3429000"/>
            <a:ext cx="7452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迷ったらAllで始めて、必要に応じて切り替え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804672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実演ポイント: Academic検索で論文を探す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91440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8686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フォーカスを「Academic」に切り替え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169164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16459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質問: 「リモートワークが生産性に与える影響」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246888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24231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結果: 論文タイトル・著者・出版年が表示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3291840"/>
            <a:ext cx="7772400" cy="640080"/>
          </a:xfrm>
          <a:prstGeom prst="rect">
            <a:avLst/>
          </a:prstGeom>
          <a:solidFill>
            <a:srgbClr val="D1FAE5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429000"/>
            <a:ext cx="228600" cy="2286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88720" y="329184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ソースが学術論文に限定 → 信頼性の高い回答が得られる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46304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SEARCH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Searchとは？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777240"/>
            <a:ext cx="7772400" cy="5486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7772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段階的に深掘りする高度な検索モード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1691640"/>
            <a:ext cx="1645920" cy="502920"/>
          </a:xfrm>
          <a:prstGeom prst="rect">
            <a:avLst>
              <a:gd name="adj" fmla="val 9091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6916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質問を分解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377440" y="169164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43200" y="1691640"/>
            <a:ext cx="1645920" cy="502920"/>
          </a:xfrm>
          <a:prstGeom prst="rect">
            <a:avLst>
              <a:gd name="adj" fmla="val 9091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16916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複数回検索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89120" y="169164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754880" y="1691640"/>
            <a:ext cx="1645920" cy="502920"/>
          </a:xfrm>
          <a:prstGeom prst="rect">
            <a:avLst>
              <a:gd name="adj" fmla="val 9091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6916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結果を統合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169164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766560" y="1691640"/>
            <a:ext cx="1645920" cy="502920"/>
          </a:xfrm>
          <a:prstGeom prst="rect">
            <a:avLst>
              <a:gd name="adj" fmla="val 9091"/>
            </a:avLst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16916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包括的な回答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2560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通常検索 vs Pro Search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" y="2926080"/>
            <a:ext cx="2468880" cy="347472"/>
          </a:xfrm>
          <a:prstGeom prst="rect">
            <a:avLst/>
          </a:prstGeom>
          <a:solidFill>
            <a:srgbClr val="DBEAFE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46120" y="2926080"/>
            <a:ext cx="2468880" cy="347472"/>
          </a:xfrm>
          <a:prstGeom prst="rect">
            <a:avLst/>
          </a:prstGeom>
          <a:solidFill>
            <a:srgbClr val="DBEAFE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通常検索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06440" y="2926080"/>
            <a:ext cx="2468880" cy="347472"/>
          </a:xfrm>
          <a:prstGeom prst="rect">
            <a:avLst/>
          </a:prstGeom>
          <a:solidFill>
            <a:srgbClr val="DBEAFE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Search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" y="3291840"/>
            <a:ext cx="24688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検索回数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46120" y="3291840"/>
            <a:ext cx="24688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1回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806440" y="3291840"/>
            <a:ext cx="24688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複数回（自動）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" y="3657600"/>
            <a:ext cx="2468880" cy="347472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回答の深さ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46120" y="3657600"/>
            <a:ext cx="2468880" cy="347472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概要レベル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806440" y="3657600"/>
            <a:ext cx="2468880" cy="347472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詳細レポート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5800" y="4023360"/>
            <a:ext cx="24688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向いている用途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246120" y="4023360"/>
            <a:ext cx="24688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簡単な質問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806440" y="4023360"/>
            <a:ext cx="24688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複雑な調査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804672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実演ポイント: Pro Searchで市場調査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91440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8686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Searchをオンにする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160020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15544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質問: 「日本の法人向けSaaS市場の規模と成長予測」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228600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2402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経過: 段階的に進捗を表示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297180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29260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結果: 数値データ・出典付きの詳細レポート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3657600"/>
            <a:ext cx="7772400" cy="5486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365760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市場規模  ✔ 主要プレイヤー  ✔ 成長率  ✔ トレンド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243584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24358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コレクション機能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777240"/>
            <a:ext cx="777240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7772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検索スレッドをフォルダ的に整理して保存・共有できる機能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1600200"/>
            <a:ext cx="2286000" cy="11887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1691640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14400" y="2011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テーマ別整理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1440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スレッドをコレクションにまとめる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429000" y="1600200"/>
            <a:ext cx="2286000" cy="11887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69164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29000" y="2011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共有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42900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URLでチームメンバーと共有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943600" y="1600200"/>
            <a:ext cx="2286000" cy="11887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69164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943600" y="2011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ナレッジ蓄積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594360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後から見返し・追加調査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85800" y="3200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活用例: 「競合調査」「技術トレンド」「営業資料ネタ」など、プロジェクト別に作成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024128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ファイルアップロード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914400"/>
            <a:ext cx="2286000" cy="128016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105156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1371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14400" y="1691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レポートの要約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要点を抽出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429000" y="914400"/>
            <a:ext cx="2286000" cy="128016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05156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29000" y="1371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429000" y="1691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グラフ・図表の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943600" y="914400"/>
            <a:ext cx="2286000" cy="128016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05156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943600" y="1371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5943600" y="1691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データの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傾向分析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85800" y="2560320"/>
            <a:ext cx="7772400" cy="64008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2" name="Text 17"/>
          <p:cNvSpPr/>
          <p:nvPr/>
        </p:nvSpPr>
        <p:spPr>
          <a:xfrm>
            <a:off x="960120" y="2560320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注意: 機密情報・個人情報のアップロードは社内ルールを確認してください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91440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Pages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777240"/>
            <a:ext cx="7772400" cy="5486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7772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調査結果をレポート形式で公開・共有できる機能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1600200"/>
            <a:ext cx="2286000" cy="11887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1691640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14400" y="2011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自動生成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1440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目次付き構造化レポート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429000" y="1600200"/>
            <a:ext cx="2286000" cy="11887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69164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29000" y="2011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公開URL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42900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リンク共有で誰でも閲覧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943600" y="1600200"/>
            <a:ext cx="2286000" cy="11887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69164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943600" y="2011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編集可能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594360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セクションごとにカスタマイズ</a:t>
            </a:r>
            <a:endParaRPr lang="en-US" sz="12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200400"/>
            <a:ext cx="201168" cy="20116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60120" y="3154680"/>
            <a:ext cx="7452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活用例: 「AIツール比較レポート」を作成 → 社内共有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850392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7772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フォーカス機能 = 検索ソースを目的別に絞り込む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85800" y="1280160"/>
            <a:ext cx="777240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90472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141732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Search = 段階的に深掘り → 包括的な回答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85800" y="1920240"/>
            <a:ext cx="777240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30552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20574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コレクション = 検索結果をテーマ別に整理・共有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85800" y="2560320"/>
            <a:ext cx="777240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770632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43000" y="269748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ファイルアップロード = PDF・画像をAIに分析させる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685800" y="3200400"/>
            <a:ext cx="777240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410712"/>
            <a:ext cx="228600" cy="2286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43000" y="33375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= 調査結果をレポートとして公開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685800" y="4023360"/>
            <a:ext cx="7772400" cy="4572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2" name="Text 15"/>
          <p:cNvSpPr/>
          <p:nvPr/>
        </p:nvSpPr>
        <p:spPr>
          <a:xfrm>
            <a:off x="960120" y="402336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確認テスト: 5問中4問正解（80%）で修了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 修了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200400" y="228600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468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Perplexityの上級機能をマスターしよう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P-04 Google検索との使い分け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P-03: 高度な検索テクニック -- Perplexityを使いこなす</dc:title>
  <dc:subject>PptxGenJS Presentation</dc:subject>
  <dc:creator>Gorilla Knowledge</dc:creator>
  <cp:lastModifiedBy>Gorilla Knowledge</cp:lastModifiedBy>
  <cp:revision>1</cp:revision>
  <dcterms:created xsi:type="dcterms:W3CDTF">2026-04-01T08:05:17Z</dcterms:created>
  <dcterms:modified xsi:type="dcterms:W3CDTF">2026-04-01T08:05:17Z</dcterms:modified>
</cp:coreProperties>
</file>