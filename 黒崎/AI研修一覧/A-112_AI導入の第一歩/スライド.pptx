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AI導入の第一歩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明日からできること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   |   入門〜実践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188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個人レベルで今日から始められるAI活用を3つ実行できる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187452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187452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チームにAIを広める具体的なステップを理解する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265176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26517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パッケージA全体の学びを振り返り、AI活用ロードマップを作成できる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メール・チャットの下書きをAIに任せる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00400" cy="457200"/>
          </a:xfrm>
          <a:prstGeom prst="rect">
            <a:avLst>
              <a:gd name="adj" fmla="val 16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1通15分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00600" y="1371600"/>
            <a:ext cx="3200400" cy="457200"/>
          </a:xfrm>
          <a:prstGeom prst="rect">
            <a:avLst>
              <a:gd name="adj" fmla="val 16000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1通3分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222199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148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用件と相手を伝える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28620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862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トーンを指定する（丁寧 / カジュアル）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7240" y="35021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02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生成された文面を確認・修正して送信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議事録・要約をAIで自動化する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00400" cy="457200"/>
          </a:xfrm>
          <a:prstGeom prst="rect">
            <a:avLst>
              <a:gd name="adj" fmla="val 16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会議後30分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00600" y="1371600"/>
            <a:ext cx="3200400" cy="457200"/>
          </a:xfrm>
          <a:prstGeom prst="rect">
            <a:avLst>
              <a:gd name="adj" fmla="val 16000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リアルタイム完成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222199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148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会議の録音テキストをAIに渡す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28620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862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「決定事項・To-Do・次のアクション」の形式を指定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7240" y="35021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02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生成された議事録を確認し、共有する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情報収集・リサーチをAIで加速する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00400" cy="457200"/>
          </a:xfrm>
          <a:prstGeom prst="rect">
            <a:avLst>
              <a:gd name="adj" fmla="val 16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半日かけて検索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00600" y="1371600"/>
            <a:ext cx="3200400" cy="457200"/>
          </a:xfrm>
          <a:prstGeom prst="rect">
            <a:avLst>
              <a:gd name="adj" fmla="val 16000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30分で概要把握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222199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148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調べたいテーマをAIに伝える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28620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862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「概要→詳細→比較」の段階的な質問をする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7240" y="35021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02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AIの回答を出発点に、一次情報を確認する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1人で試す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417320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290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効果を記録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722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テンプレート化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ヘビーユーザーになる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1業務x1ツールに絞る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33756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3756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377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290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数字で記録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4290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時間短縮・品質を数値化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98932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98932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3774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807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プロンプトを蓄積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0807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コピペで使い回す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成功体験を作る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デモを見せる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417320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290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一緒にやる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722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「できた！」を体験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15分ミニ勉強会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772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短時間で気軽に開催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33756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3756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377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290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ライブデモ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34290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目の前で実演して驚きを共有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98932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98932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3774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807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ハンズオン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60807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参加者自身に操作してもらう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横展開する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成功事例を共有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417320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290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他チームに紹介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72200" y="1371600"/>
            <a:ext cx="210312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1371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ナレッジ蓄積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AI活用チャンネル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772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Slack/Teamsで気軽に情報共有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33756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3756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377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290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月1事例共有会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34290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各チームの成功事例を5分発表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989320" y="2194560"/>
            <a:ext cx="23774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989320" y="21945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3774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807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プロンプト集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60807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社内Wikiで誰でも使える状態に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 よくある失敗と対策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いきなり全社展開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ツールだけ導入して放置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0" y="1234440"/>
            <a:ext cx="3200400" cy="640080"/>
          </a:xfrm>
          <a:prstGeom prst="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71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234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まず1チーム、1業務から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85800" y="224028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完璧を求めすぎる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2801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AIの出力が100点でないから使わない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029200" y="2377440"/>
            <a:ext cx="3200400" cy="640080"/>
          </a:xfrm>
          <a:prstGeom prst="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5146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70点でOK、人間が仕上げる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338328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204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一部の人だけが使う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2801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詳しい人だけで止まり、広がらない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029200" y="3520440"/>
            <a:ext cx="3200400" cy="640080"/>
          </a:xfrm>
          <a:prstGeom prst="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65760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勉強会+ナレッジ共有の仕組み化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パッケージA 学びの全体像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237744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AIとは何か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基本概念の理解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097280"/>
            <a:ext cx="237744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生成AIの仕組み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技術の理解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237744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主要AIツール比較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8076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2651760"/>
            <a:ext cx="237744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651760"/>
            <a:ext cx="2377440" cy="36576"/>
          </a:xfrm>
          <a:prstGeom prst="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AIにできること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判断力の基礎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37560" y="2651760"/>
            <a:ext cx="237744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651760"/>
            <a:ext cx="2377440" cy="36576"/>
          </a:xfrm>
          <a:prstGeom prst="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2900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プロンプト・リテラシー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42900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応用スキル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89320" y="2651760"/>
            <a:ext cx="2377440" cy="1280160"/>
          </a:xfrm>
          <a:prstGeom prst="rect">
            <a:avLst>
              <a:gd name="adj" fmla="val 571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265176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AI導入の第一歩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8076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実践力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あなたのAI活用ロードマップ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0" cy="320040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1430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3つのアクションから1つ実行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178308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1週間後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毎日AIを使う習慣をつける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24231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1ヶ月後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チーム内ミニ勉強会を開催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34440" y="30632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成果を数字で振り返り、横展開開始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4440" y="37033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半年後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組織のAI活用リーダーへ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7315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パッケージA 全コース修了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おめでとうございます！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確認テスト（5問）に挑戦しましょう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学んだことを、今日から実践しましょう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A-112: AI導入の第一歩〜明日からできること</dc:title>
  <dc:subject>PptxGenJS Presentation</dc:subject>
  <dc:creator>Gorilla Knowledge</dc:creator>
  <cp:lastModifiedBy>Gorilla Knowledge</cp:lastModifiedBy>
  <cp:revision>1</cp:revision>
  <dcterms:created xsi:type="dcterms:W3CDTF">2026-03-29T05:01:52Z</dcterms:created>
  <dcterms:modified xsi:type="dcterms:W3CDTF">2026-03-29T05:01:52Z</dcterms:modified>
</cp:coreProperties>
</file>