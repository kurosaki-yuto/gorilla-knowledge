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AIエージェントの基本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自律的に動くAIの仕組みを理解する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AI-201   |   全社員   |   10分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AIエージェントとは何かを説明できる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従来のAI（チャットボット）との違いを理解できる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AIエージェントの活用場面をイメージできる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AIエージェントとは？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自分で考え、判断し、行動まで実行できるAIシステム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従来のAI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人間が指示を出す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AIが1回答える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人間が次の指示を出す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目標を伝える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AIが計画を立てる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AIが自分で実行する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580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エージェントは「代理人」という意味。人間の代わりに自律的にタスクを進める。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AIエージェントの3つの特徴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自律的に判断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次に何をすべきか自分で考える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ツールを使える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検索・計算・ファイル操作が可能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繰り返し改善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結果を見て修正を繰り返す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従来のチャットボットとの違い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「1問1答」から「目標達成まで自走」へ進化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チャットボット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「会議室を予約して」 → 「予約ページはこちらです」（URLを案内するだけ）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「会議室を予約して」 → 空き状況を確認→最適な部屋を選択→予約完了まで実行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840480"/>
            <a:ext cx="3657600" cy="45720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931920"/>
            <a:ext cx="228600" cy="2286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88720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エージェントは指示1回で完了まで動く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800600" y="3840480"/>
            <a:ext cx="3657600" cy="45720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931920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303520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権限設定やセキュリティ管理が必要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AIエージェントの動作ループ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計画→実行→観察→修正を自動で繰り返す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6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目標を理解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0300" y="1755648"/>
            <a:ext cx="182880" cy="182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7660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27660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計画を立てる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755648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8234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7" name="Text 13"/>
          <p:cNvSpPr/>
          <p:nvPr/>
        </p:nvSpPr>
        <p:spPr>
          <a:xfrm>
            <a:off x="48234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ツールで実行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755648"/>
            <a:ext cx="182880" cy="1828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8808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20" name="Text 15"/>
          <p:cNvSpPr/>
          <p:nvPr/>
        </p:nvSpPr>
        <p:spPr>
          <a:xfrm>
            <a:off x="68808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結果を確認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686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計画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2788920" y="2331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目標を分解して手順を決める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6868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2788920" y="2971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API・検索・ファイル操作などツールを使う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85800" y="36118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68680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2788920" y="36118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うまくいかなければ別の方法を試す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85800" y="438912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805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80160" y="4389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人間のPDCAサイクルをAIが高速に自動実行するイメージ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身近なAIエージェントの例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すでに実用化されているAIエージェント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Agent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コード開発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Issue→コード生成→テスト→PR作成を自動実行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679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ソフトウェア開発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要件から設計・実装・デバッグまで一貫対応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410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業務自動化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社内システムと連携し業務フローを自動化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従来AI vs AIエージェント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1回の質問に1回回答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目標達成まで自律的に動く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ツール利用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テキスト生成のみ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検索・API・ファイル操作も可能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判断力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8" name="Text 26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人間が毎回指示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状況を見て自分で次の行動を決定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代表例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ChatGPT（通常チャット）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Agent / Devin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業務でどう使える？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859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メール対応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受信→内容判断→返信下書き→送信まで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859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リサーチ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6692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テーマ設定→情報収集→レポート作成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9946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データ処理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544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ファイル取得→集計→報告書作成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006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9946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カスタマー対応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6692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問合せ→調査→回答→エスカレーション判断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18"/>
          <p:cNvSpPr/>
          <p:nvPr/>
        </p:nvSpPr>
        <p:spPr>
          <a:xfrm>
            <a:off x="960120" y="41605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AIエージェントは「指示→完了」を1回のやり取りで実現する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AIエージェントの注意点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45720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14300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34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権限管理が重要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83080" y="1435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エージェントに与える権限は必要最小限に。何を操作できるか事前に確認。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2194560"/>
            <a:ext cx="4572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228600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結果の確認は必須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783080" y="2578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自律的に動くからこそ、最終成果は人間がレビューする。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85800" y="3337560"/>
            <a:ext cx="45720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42900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5204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機密データに注意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83080" y="3721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エージェントがアクセスするデータの範囲を把握しておく。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自分で判断・ツール利用・改善を繰り返すAI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従来との違い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1問1答→目標達成まで自律的に動く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活用場面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リサーチ・メール対応・データ処理の自動化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03320"/>
            <a:ext cx="4572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97480" y="3703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権限管理・結果確認・機密データ管理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AI-202 AIエージェント実践活用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AI-201: AIエージェントの基本 — 自律的に動くAIの仕組みを理解する</dc:title>
  <dc:subject>PptxGenJS Presentation</dc:subject>
  <dc:creator>Gorilla Knowledge</dc:creator>
  <cp:lastModifiedBy>Gorilla Knowledge</cp:lastModifiedBy>
  <cp:revision>1</cp:revision>
  <dcterms:created xsi:type="dcterms:W3CDTF">2026-03-19T15:34:07Z</dcterms:created>
  <dcterms:modified xsi:type="dcterms:W3CDTF">2026-03-19T15:34:07Z</dcterms:modified>
</cp:coreProperties>
</file>