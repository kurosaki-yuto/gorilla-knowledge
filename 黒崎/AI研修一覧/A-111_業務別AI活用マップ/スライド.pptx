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8229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業務別AI活用マップ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営業・事務・企画 — 明日から使えるAI活用ポイント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   |   全社員向け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営業・事務・企画の各部門でAIが活用できるポイントを3つ以上挙げられる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部門別のAI活用Before/After（工数削減イメージ）を説明できる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自分の業務でAIが使えるポイントを特定し、優先順位をつけられる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AI活用マップ — 3部門 × 主要業務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23774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005840"/>
            <a:ext cx="23774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005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5819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6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130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顧客分析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4320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679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メール対応</a:t>
            </a:r>
            <a:endParaRPr lang="en-US" sz="1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918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227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商談準備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3383280" y="1005840"/>
            <a:ext cx="23774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383280" y="1005840"/>
            <a:ext cx="23774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4"/>
          <p:cNvSpPr/>
          <p:nvPr/>
        </p:nvSpPr>
        <p:spPr>
          <a:xfrm>
            <a:off x="3383280" y="1005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</a:t>
            </a:r>
            <a:endParaRPr lang="en-US" sz="1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64592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15819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データ入力・集計</a:t>
            </a:r>
            <a:endParaRPr lang="en-US" sz="16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194560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40480" y="2130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書類作成</a:t>
            </a:r>
            <a:endParaRPr lang="en-US" sz="16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743200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840480" y="2679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スケジュール管理</a:t>
            </a:r>
            <a:endParaRPr lang="en-US" sz="16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3291840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40480" y="3227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問合せ対応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5989320" y="1005840"/>
            <a:ext cx="23774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5989320" y="1005840"/>
            <a:ext cx="237744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1"/>
          <p:cNvSpPr/>
          <p:nvPr/>
        </p:nvSpPr>
        <p:spPr>
          <a:xfrm>
            <a:off x="5989320" y="1005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</a:t>
            </a:r>
            <a:endParaRPr lang="en-US" sz="18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1645920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446520" y="15819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</a:t>
            </a:r>
            <a:endParaRPr lang="en-US" sz="16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194560"/>
            <a:ext cx="182880" cy="18288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446520" y="2130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企画書作成</a:t>
            </a:r>
            <a:endParaRPr lang="en-US" sz="16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743200"/>
            <a:ext cx="182880" cy="18288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446520" y="2679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コンテンツ制作</a:t>
            </a:r>
            <a:endParaRPr lang="en-US" sz="16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3291840"/>
            <a:ext cx="182880" cy="18288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446520" y="3227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効果分析</a:t>
            </a:r>
            <a:endParaRPr lang="en-US" sz="1600" dirty="0"/>
          </a:p>
        </p:txBody>
      </p:sp>
      <p:sp>
        <p:nvSpPr>
          <p:cNvPr id="40" name="Shape 26"/>
          <p:cNvSpPr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27"/>
          <p:cNvSpPr/>
          <p:nvPr/>
        </p:nvSpPr>
        <p:spPr>
          <a:xfrm>
            <a:off x="960120" y="4114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共通ポイント：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 × 大量 × 繰り返し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AI向きの業務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87782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営業部門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 &amp; メール対応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3200400" cy="1554480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提案書1件 → 3時間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メール返信 → 1通15分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テンプレ探し → 30分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874520"/>
            <a:ext cx="365760" cy="3657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257800" y="1280160"/>
            <a:ext cx="3200400" cy="15544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40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AIが下書き → 確認で1時間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40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メール返信 → 5分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40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テンプレ自動提案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" y="3063240"/>
            <a:ext cx="1353312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06324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 -60%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697480" y="3063240"/>
            <a:ext cx="1353312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2697480" y="306324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 -65%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87782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営業部門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顧客分析 &amp; 商談準備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3200400" cy="1554480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顧客情報調べ → 2時間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業界動向把握 → 半日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商談シナリオ → 手探り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874520"/>
            <a:ext cx="365760" cy="3657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257800" y="1280160"/>
            <a:ext cx="3200400" cy="15544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40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AI自動収集・要約 → 30分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40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業界課題トップ5 → 即取得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40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商談シナリオ3案提案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" y="3063240"/>
            <a:ext cx="1453896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063240"/>
            <a:ext cx="1453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商談準備 -75%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" y="356616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5661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コツ：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「株式会社○○のDX戦略と直近の投資動向を教えて」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877824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事務部門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データ入力 &amp; 集計・レポート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3200400" cy="1554480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手入力 → 1日がかり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Excel関数 → 半日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ミス率 3〜5%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874520"/>
            <a:ext cx="365760" cy="3657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257800" y="1280160"/>
            <a:ext cx="3200400" cy="15544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40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AI-OCR自動読取 → 確認のみ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40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自然言語で集計・グラフ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40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ミス率 0.5%以下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" y="3063240"/>
            <a:ext cx="1554480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063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データ入力 -80%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063240" y="3063240"/>
            <a:ext cx="1252728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3063240" y="3063240"/>
            <a:ext cx="1252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 -70%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877824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事務部門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書類作成 &amp; 社内問合せ対応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3200400" cy="1554480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議事録作成 → 2時間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 → 1週間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問合せ対応 → 1件15分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874520"/>
            <a:ext cx="365760" cy="3657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257800" y="1280160"/>
            <a:ext cx="3200400" cy="15544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40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AI文字起こし+要約 → 20分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40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AI下書き+レビュー → 2日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40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FAQチャットボット → 即答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" y="3063240"/>
            <a:ext cx="1353312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06324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 -85%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697480" y="3063240"/>
            <a:ext cx="1353312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2697480" y="306324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問合せ -70%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877824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企画部門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 &amp; 企画書作成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3200400" cy="1554480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 → 2週間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 → 1週間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 → 3日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874520"/>
            <a:ext cx="365760" cy="3657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257800" y="1280160"/>
            <a:ext cx="3200400" cy="15544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40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AIデータ収集・整理 → 3日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40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 → 1日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40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骨子1時間 → 仕上げ1日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" y="3063240"/>
            <a:ext cx="1453896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063240"/>
            <a:ext cx="1453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 -80%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880360" y="3063240"/>
            <a:ext cx="1353312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2880360" y="306324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 -65%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356616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35661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AIは「調査の出発点」であって「結論」ではない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877824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企画部門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コンテンツ制作 &amp; 効果分析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3200400" cy="1554480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SNS投稿案10本 → 2日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効果レポート → 半日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A/Bテスト設計 → 1日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874520"/>
            <a:ext cx="365760" cy="3657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257800" y="1280160"/>
            <a:ext cx="3200400" cy="1554480"/>
          </a:xfrm>
          <a:prstGeom prst="rect">
            <a:avLst/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4068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AI案出し+選定 → 半日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406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データ分析+自動生成 → 2時間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40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AI仮説立案 → 30分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" y="3063240"/>
            <a:ext cx="1554480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063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 -75%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063240" y="3063240"/>
            <a:ext cx="1453896" cy="320040"/>
          </a:xfrm>
          <a:prstGeom prst="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3063240" y="3063240"/>
            <a:ext cx="1453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効果分析 -70%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工数削減サマリー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1097280" cy="365760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83080" y="1005840"/>
            <a:ext cx="2011680" cy="365760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1005840"/>
            <a:ext cx="1645920" cy="365760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40680" y="1005840"/>
            <a:ext cx="1645920" cy="365760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1005840"/>
            <a:ext cx="1371600" cy="365760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1371600"/>
            <a:ext cx="1097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783080" y="137160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94760" y="137160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3時間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0680" y="137160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1時間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86600" y="1371600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1737360"/>
            <a:ext cx="109728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783080" y="1737360"/>
            <a:ext cx="201168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商談準備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794760" y="1737360"/>
            <a:ext cx="164592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40680" y="1737360"/>
            <a:ext cx="164592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2時間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86600" y="1737360"/>
            <a:ext cx="137160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" y="2103120"/>
            <a:ext cx="1097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783080" y="210312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データ入力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794760" y="210312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947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40680" y="210312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2時間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86600" y="2103120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-80%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85800" y="2468880"/>
            <a:ext cx="109728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783080" y="2468880"/>
            <a:ext cx="201168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8308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議事録作成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794760" y="2468880"/>
            <a:ext cx="164592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9476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2時間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440680" y="2468880"/>
            <a:ext cx="164592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20分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086600" y="2468880"/>
            <a:ext cx="137160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60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-85%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85800" y="2834640"/>
            <a:ext cx="1097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783080" y="2834640"/>
            <a:ext cx="20116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8308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794760" y="283464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947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2週間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440680" y="2834640"/>
            <a:ext cx="16459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406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3日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086600" y="2834640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-80%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85800" y="3200400"/>
            <a:ext cx="109728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783080" y="3200400"/>
            <a:ext cx="201168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7830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コンテンツ制作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794760" y="3200400"/>
            <a:ext cx="164592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9476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2日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440680" y="3200400"/>
            <a:ext cx="164592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06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半日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086600" y="3200400"/>
            <a:ext cx="1371600" cy="3657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8660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-75%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85800" y="384048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8" name="Text 76"/>
          <p:cNvSpPr/>
          <p:nvPr/>
        </p:nvSpPr>
        <p:spPr>
          <a:xfrm>
            <a:off x="960120" y="38404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60〜80%の工数削減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が見込める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自分の業務でAIを始める3ステップ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23774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005840"/>
            <a:ext cx="23774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12801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棚卸し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2468880"/>
            <a:ext cx="1645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06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1週間の業務を書き出し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「定型×大量×繰り返し」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にチェック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83280" y="1005840"/>
            <a:ext cx="23774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005840"/>
            <a:ext cx="23774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320540" y="128016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優先順位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49040" y="2468880"/>
            <a:ext cx="1645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2606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効果(時間削減)×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難易度(すぐ始められるか)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でマトリクス評価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89320" y="1005840"/>
            <a:ext cx="23774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005840"/>
            <a:ext cx="23774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926580" y="128016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893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小さく試す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55080" y="2468880"/>
            <a:ext cx="1645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606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1つ選んで今週中に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AIで試す。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うまくいかなくてもOK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4297680"/>
            <a:ext cx="77724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29768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「まず1つやってみる」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これがAI活用の最大のコツ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業務別AI活用マップ — 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089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提案書・メール・顧客分析・商談準備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データ入力・集計・議事録・問合せ対応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0896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市場調査・企画書・コンテンツ・効果分析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確認テスト（5問）→ 80%以上で修了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今週、1つだけAIで試してみましょう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A-111 | Gorilla Knowledge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A-111: 業務別AI活用マップ 〜営業・事務・企画</dc:title>
  <dc:subject>PptxGenJS Presentation</dc:subject>
  <dc:creator>Gorilla Knowledge</dc:creator>
  <cp:lastModifiedBy>Gorilla Knowledge</cp:lastModifiedBy>
  <cp:revision>1</cp:revision>
  <dcterms:created xsi:type="dcterms:W3CDTF">2026-03-28T14:50:54Z</dcterms:created>
  <dcterms:modified xsi:type="dcterms:W3CDTF">2026-03-28T14:50:54Z</dcterms:modified>
</cp:coreProperties>
</file>