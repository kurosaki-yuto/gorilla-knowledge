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11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MCP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AIエージェント開発入門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   |   全社員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Codeのインストールと基本操作を理解する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CLAUDE.mdでプロジェクト設定ができる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MCPの仕組みと代表的サーバーを説明できる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023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3434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4297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他のAI開発ツールとの違いを判断できる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ターミナルからAIにコーディングを委任するCLIツール（Pro以上）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従来のコーディング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人間がコードを書く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エラーを自分で調べる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ファイルを1つずつ修正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自然言語で指示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AIが自律的にコード編集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複数ファイル同時修正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インストール: curl -fsSL https://claude.ai/install.sh | bash → claude で起動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6つの主要機能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ファイル読み書き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AIが自律的にコード編集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git操作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コミット・PR・レビュー</a:t>
            </a:r>
            <a:endParaRPr lang="en-US" sz="1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テスト実行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テスト→失敗→自動修正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6つの主要機能（続き）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マルチファイル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40以上のファイルを同時編集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設計→確認→実装</a:t>
            </a:r>
            <a:endParaRPr lang="en-US" sz="1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IDE連携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Code・JetBrains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プロジェクトの「取扱説明書</a:t>
            </a: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プロジェクトルートに置くAIへの指示ファイル。毎回説明不要に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CLAUDE.mdなし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毎回プロジェクト</a:t>
            </a:r>
            <a:b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構成を説明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59" y="3383280"/>
            <a:ext cx="289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コーディング規約を伝達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ツール名や手順を指示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CLAUDE.mdあり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AIが最初から構成を理解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規約に沿ったコードを生成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デプロイ手順も把握済み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CLAUDE.mdはMarkdown形式。ビルドコマンド、構成、規約、注意点を記載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実演① 機能追加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「このプロジェクトにログイン機能を追加して」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指示を入力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構造確認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AIの動作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ファイル構造を読み取り→必要なファイルを特定→コード生成→テスト実行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人間の作業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自然言語で指示を出すだけ。コードを書く必要なし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所要時間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数分で完了。手作業なら数時間〜1日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人間は「何を作りたいか」を伝え、AIが「どう作るか」を実行する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実演② バグ修正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「テストが落ちてるので修正して」→ AIが自律的に修正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エラー確認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原因分析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コード修正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テスト再実行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エラー読取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テスト出力からエラー内容と原因箇所を自動特定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修正提案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modeで修正方針を提示→承認後に実装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自動検証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修正後にテストを再実行して通過を確認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AIコーディングツール比較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タイプ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ターミナルCLI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エディタ拡張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AI搭載エディタ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自律実行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大規模コード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◎（40+ファイル）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Text 34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git連携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◎（PR作成まで）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学習コスト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331720" y="429768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0" name="Text 48"/>
          <p:cNvSpPr/>
          <p:nvPr/>
        </p:nvSpPr>
        <p:spPr>
          <a:xfrm>
            <a:off x="2331720" y="42976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やや高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373880" y="429768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2" name="Text 50"/>
          <p:cNvSpPr/>
          <p:nvPr/>
        </p:nvSpPr>
        <p:spPr>
          <a:xfrm>
            <a:off x="4373880" y="42976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416040" y="429768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4" name="Text 52"/>
          <p:cNvSpPr/>
          <p:nvPr/>
        </p:nvSpPr>
        <p:spPr>
          <a:xfrm>
            <a:off x="6416040" y="42976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低〜中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5800" y="49377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4937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331720" y="493776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2331720" y="49377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$20（Pro）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73880" y="493776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373880" y="49377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416040" y="493776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416040" y="49377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MCP（Model Context Protocol）とは？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AIを外部ツールに接続するオープン標準プロトコル（AIのUSB-C）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MCP以前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293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ツールごとに専用連携を開発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383280"/>
            <a:ext cx="30515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AutoNum type="arabicPeriod" startAt="2"/>
            </a:pP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ChatGPTプラグインはAPI固有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互換性なし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MCP以後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638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1つの標準で全ツール接続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39" y="3383280"/>
            <a:ext cx="26380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サーバーを追加するだけ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Claude/Cursor/VS Code共通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Anthropicが策定。オープンソース。5,000以上のサーバーが公開中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MCPアーキテクチャ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ホスト → クライアント → MCPサーバー → 外部ツール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ホスト（Claude）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MCPサーバー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3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外部ツール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ツール（Tools）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操作を実行：ファイル作成、メッセージ送信、SQL実行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リソース（Resources）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データを読取：ファイル内容、DB行、カレンダー予定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プロンプト（Prompts）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再利用可能なプロンプトテンプレートを提供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代表的なMCPサーバー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ファイルシステム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79" y="1581912"/>
            <a:ext cx="272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ローカルファイルの読み書き・検索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PR・Issue操作、コード検索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720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メッセージ送受信、チャンネル要約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自然言語→SQLクエリ実行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Google系（Drive/Calendar/Gmail）、ブラウザ操作（Playwright）なども対応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MCP活用の実務シナリオ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Slack要約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チャンネルの未読を要約</a:t>
            </a:r>
            <a:endParaRPr lang="en-US" sz="13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→Notionに保存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PR自動レビュー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PRを自動レビュ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ー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→コメント投稿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自然言語DB分析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「今月の売上TOP10は？」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→SQL実行→結果分析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Web自動操作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Playwrightでブラウザ操作を自動化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Part4 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ターミナルベースの自律AI。自然言語で指示→コード生成→テスト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プロジェクト知識を永続化。毎回の説明が不要に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AIを外部ツールに接続する標準プロトコル。5000+サーバー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Code=大規模自律、Copilot=補完、Cursor=バランス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Part5 Claude Co-work &amp; 実践ワークショップ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724</Words>
  <Application>Microsoft Macintosh PowerPoint</Application>
  <PresentationFormat>画面に合わせる (16:9)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Claude-P4: Claude Code &amp; MCP — AIエージェント開発入門</dc:title>
  <dc:subject>PptxGenJS Presentation</dc:subject>
  <dc:creator>Gorilla Knowledge</dc:creator>
  <cp:lastModifiedBy>黒崎優斗</cp:lastModifiedBy>
  <cp:revision>2</cp:revision>
  <dcterms:created xsi:type="dcterms:W3CDTF">2026-04-03T16:15:22Z</dcterms:created>
  <dcterms:modified xsi:type="dcterms:W3CDTF">2026-04-04T01:24:45Z</dcterms:modified>
</cp:coreProperties>
</file>