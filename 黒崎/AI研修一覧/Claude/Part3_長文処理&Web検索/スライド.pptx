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91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100万トークン長文処理 &amp; Web検索活用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分厚い資料を一気に分析する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   |   全社員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100万トークンの具体的な活用シーンを理解する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長文PDFを効率的に分析するプロンプトを書ける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Web検索を使ったリサーチ手法を実践できる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 — どれくらい？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256,000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書籍換算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約8冊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約2冊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約3冊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PDFページ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400ページ超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Text 34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約100ページ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約160ページ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月額料金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$20（Pro）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$20（Plus）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$200（Pro）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時間削減インパクト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388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16040" y="109728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100ページPDF要約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4〜8時間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437388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約30秒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16040" y="173736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複数文書の比較分析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37388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約1分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6040" y="237744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レポートへの構造化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6" name="Text 34"/>
          <p:cNvSpPr/>
          <p:nvPr/>
        </p:nvSpPr>
        <p:spPr>
          <a:xfrm>
            <a:off x="437388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追加1プロンプト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8" name="Text 36"/>
          <p:cNvSpPr/>
          <p:nvPr/>
        </p:nvSpPr>
        <p:spPr>
          <a:xfrm>
            <a:off x="6416040" y="301752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議事録からアクション抽出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33172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30分〜1時間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37388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約15秒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16040" y="3657600"/>
            <a:ext cx="204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実演① PDF一括分析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100ページのPDFを丸ごとアップロードして30秒で分析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PDFアップロード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755648"/>
            <a:ext cx="182880" cy="182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7947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分析プロンプト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5564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8521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58521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30秒で完了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エグゼクティブサマリー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経営層が30秒で把握できる3行要約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主要データポイント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数値データを時系列の表形式で整理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重要な示唆TOP5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各項目に自社への影響度（高/中/低）を付与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実演② 複数文書の比較分析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競合3社の決算資料を同時に投入して横断分析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比較表の自動生成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売上・利益率・成長率を企業横断で一覧化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差異分析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各社の戦略方針の違いと背景を整理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自社への示唆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競合の動きを踏まえた自社の打ち手を提言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3社分の資料を同時に読み込める = 人間には不可能な横断分析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実演③ 議事録の構造化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90分の会議議事録を投入→アクションアイテムを自動抽出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685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決定事項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会議で確定した内容を箇条書きで整理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アクションアイテム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担当者・期限付きのToDoリストを自動生成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未解決課題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結論が出なかった議題と次回への持越し事項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79476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次回議題案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未解決課題をもとに次回のアジェンダを提案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効果的な長文分析の3つのコツ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分析の観点を明確に指定する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「コスト面で」「リスク面で」「技術的に」など視点を限定すると精度UP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出力フォーマットを指定する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「表形式で」「箇条書きで」「スコア付きで」と形式を指定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段階的に深掘りする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まず要約→気になる点を詳細分析。一度に全てを聞かない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長文処理の注意点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ハルシネーション（幻覚）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重要なデータは必ず原文と照合。Claudeは正直だが完璧ではない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機密情報の取り扱い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社外秘文書のアップロード前に社内ポリシーを必ず確認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文書中盤の精度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非常に長い文書では中盤の情報が見落とされる可能性あり。分割して確認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リアルタイム情報にアクセスし、引用URL付きで分析的に回答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ChatGPTの検索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検索結果をきれいに要約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主要ソースを網羅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読みやすさ重視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Claudeの検索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複数ソースを突き合わせ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情報の矛盾や差異を指摘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分析的に統合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どちらも引用URL付き。用途に応じて使い分け。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Web検索の実践例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業界動向リサーチ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「半導体市場2026年展望を主要アナリスト比較」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「A社の最新プレスリリースと決算から戦略分析」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技術トレンド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「生成AIの最新動向を3カテゴリで整理」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規制動向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「EU AI規制の最新状況と日本企業への影響」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応用：長文 + Web検索の組み合わせ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社内資料（長文）+ 最新市場データ（Web検索）= 統合分析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社内資料をUP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755648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947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37947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Web検索で最新データ取得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55648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52160" y="1600200"/>
            <a:ext cx="1554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585216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統合分析レポート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68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事業計画の妥当性検証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8892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自社事業計画PDF + 最新市場データ → 前提条件の妥当性を検証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競合比較の最新化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88920" y="2971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過去の競合分析 + 最新ニュース → 変化点を洗い出し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85800" y="36118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技術選定の判断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788920" y="36118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社内技術資料 + 最新ベンチマーク → 採用判断の根拠を作成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80160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「社内の知識」×「最新の外部情報」= 最強の分析レポート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演習：手元の資料でClaude分析を体験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手元のPDFや長文テキストをClaudeにUP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分析プロンプトを作成（観点+形式を指定）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結果を確認し、気になる点を深掘り質問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ステップ4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Web検索も組み合わせて最新情報と統合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Part3 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100万トークン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書籍8冊分。100ページPDFを30秒で分析。追加料金なし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リアルタイム情報を分析的に統合。引用URL付き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社内資料 + 最新市場データで高度な統合分析が可能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ハルシネーション確認・機密情報ポリシー・中盤精度に留意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Part4 Claude Code &amp; MCP — AIエージェント開発入門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573</Words>
  <Application>Microsoft Macintosh PowerPoint</Application>
  <PresentationFormat>画面に合わせる (16:9)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Claude-P3: 100万トークン長文処理 &amp; Web検索活用 — 分厚い資料を一気に分析する</dc:title>
  <dc:subject>PptxGenJS Presentation</dc:subject>
  <dc:creator>Gorilla Knowledge</dc:creator>
  <cp:lastModifiedBy>黒崎優斗</cp:lastModifiedBy>
  <cp:revision>2</cp:revision>
  <dcterms:created xsi:type="dcterms:W3CDTF">2026-04-03T16:14:24Z</dcterms:created>
  <dcterms:modified xsi:type="dcterms:W3CDTF">2026-04-04T01:24:32Z</dcterms:modified>
</cp:coreProperties>
</file>