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9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822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Claudeとは何か？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ChatGPTとの違いから最新機能まで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Claude実践講座 Part1  |  20分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このパートのゴール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0584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1097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Anthropicと「Constitutional AI」の理念を理解する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78308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18745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/ Sonnet / Haiku の使い分けができる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6032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26517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ChatGPTとの根本的な違いを説明できる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3756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3429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業務でClaude/ChatGPTどちらを使うか判断できる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Anthropicとは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515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AI安全性に特化した企業 — 「人類にとって安全なAI」をミッションに掲げる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77240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2021年設立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Dario &amp; Daniela Amodeiが創業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514600"/>
            <a:ext cx="777240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元OpenAI幹部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GPT開発の中核メンバーが独立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200400"/>
            <a:ext cx="777240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Google/Amazon 100億ドル超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大規模資金調達で急成長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258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AI安全性がDNA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620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「安全なほど賢い」AIを目指す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2011680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2286000" cy="18288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5156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行動原則を設定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「正直であれ」「害を与えるな」等のルールを定義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29000" y="1051560"/>
            <a:ext cx="2286000" cy="18288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5156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6616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AI自身が自己評価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自分の回答を原則に照らしてチェック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▶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1051560"/>
            <a:ext cx="2286000" cy="18288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05156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0936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回答を自己改善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原則違反があれば自ら修正して再生成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108960"/>
            <a:ext cx="777240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154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ポイント：「わからないことはわからないと言う」誠実さが、Claudeの根幹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モデルラインナップ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377440" cy="23774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05840"/>
            <a:ext cx="23774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最高知能・深い推論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複雑な分析・研究・戦略立案に最適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005840"/>
            <a:ext cx="2377440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005840"/>
            <a:ext cx="23774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20440" y="1691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2044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高速・コスパ最強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日常業務のベストバランス速度と品質の両立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005840"/>
            <a:ext cx="2377440" cy="237744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005840"/>
            <a:ext cx="237744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超高速・低コスト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大量処理・チャットボット・リアルタイム応答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3611880"/>
            <a:ext cx="7772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630168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全モデル 100万トークン対応（書籍約8冊分）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100万トークンの衝撃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1188720"/>
            <a:ext cx="5943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188720"/>
            <a:ext cx="59436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1887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2194560"/>
            <a:ext cx="5943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2194560"/>
            <a:ext cx="2377440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200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3200400"/>
            <a:ext cx="5943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3200400"/>
            <a:ext cx="1521562" cy="5486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3200400"/>
            <a:ext cx="124724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256,000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840480"/>
            <a:ext cx="777240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5876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100万トークン ＝ 書籍約8冊分 ＝ コードベース丸ごと読み込み可能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vs Claude 比較表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1645920" cy="384048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601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926080" cy="384048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960120"/>
            <a:ext cx="2926080" cy="384048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960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1344168"/>
            <a:ext cx="16459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44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得意分野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1344168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マルチモーダル・総合力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344168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深い推論・長文分析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1728216"/>
            <a:ext cx="164592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72821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0" y="1728216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17282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最大400K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1728216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7282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最大1,000K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2112264"/>
            <a:ext cx="16459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1122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68880" y="2112264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112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標準搭載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2112264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112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分析的統合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2496312"/>
            <a:ext cx="164592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24963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468880" y="2496312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2496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DALL-E 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2496312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496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非対応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" y="2880360"/>
            <a:ext cx="16459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28803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468880" y="2880360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Sora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2880360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2880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非対応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2960" y="3264408"/>
            <a:ext cx="164592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32644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468880" y="3264408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32644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優秀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394960" y="3264408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32644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極めて優秀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22960" y="3648456"/>
            <a:ext cx="164592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36484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カスタムBot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468880" y="3648456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36484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GPTs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394960" y="3648456"/>
            <a:ext cx="2926080" cy="384048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0" y="36484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Projects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2960" y="4032504"/>
            <a:ext cx="164592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0325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468880" y="4032504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Canvas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394960" y="4032504"/>
            <a:ext cx="2926080" cy="384048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Artifacts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 — 同じプロンプトで比較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</a:t>
            </a: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：「中小製造業のDX推進３カ年計画を作成して」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" y="1783080"/>
            <a:ext cx="3566160" cy="25603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1783080"/>
            <a:ext cx="356616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ChatGPT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2980" y="22860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即座に綾麗なフレームを生成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視覚的に見やすい構成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「いい感じ」のアウトプット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すぐ使えるレベル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77740" y="1783080"/>
            <a:ext cx="3566160" cy="25603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7740" y="1783080"/>
            <a:ext cx="356616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91490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60620" y="22860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前提条件を確認・深掘り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リスクや課題も指摘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「本当に役立つ」出力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思考プロセスが透明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99516" y="1005840"/>
            <a:ext cx="14173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" y="1005840"/>
            <a:ext cx="141732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" y="1143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82396" y="214884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" y="2286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1428" y="1005840"/>
            <a:ext cx="14173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1428" y="1005840"/>
            <a:ext cx="14173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372868" y="1143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2868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64308" y="214884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2868" y="2286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個人利用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63340" y="1005840"/>
            <a:ext cx="14173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63340" y="1005840"/>
            <a:ext cx="14173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3954780" y="1143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5478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$100/月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046220" y="214884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3340" y="22860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ヘビーユーザー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5252" y="1005840"/>
            <a:ext cx="14173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5252" y="1005840"/>
            <a:ext cx="14173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536692" y="1143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6692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$200/月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628132" y="214884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2100" y="2286000"/>
            <a:ext cx="156362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プロフェッショナル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27164" y="1005840"/>
            <a:ext cx="1417320" cy="2926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27164" y="1005840"/>
            <a:ext cx="1417320" cy="36576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35" name="Text 33"/>
          <p:cNvSpPr/>
          <p:nvPr/>
        </p:nvSpPr>
        <p:spPr>
          <a:xfrm>
            <a:off x="7118604" y="1143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18604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$25~/月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210044" y="2148840"/>
            <a:ext cx="1051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8604" y="22860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チーム利用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拡張思考（Extended Thinking）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051560"/>
            <a:ext cx="2103120" cy="10972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97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1325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</a:rPr>
              <a:t>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20440" y="1051560"/>
            <a:ext cx="2103120" cy="10972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097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136017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内部推論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000" y="1325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</a:rPr>
              <a:t>➡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2103120" cy="10972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97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137761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精度の高い回答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246888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46888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数学的推論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複雑な計算も</a:t>
            </a:r>
            <a:endParaRPr lang="en-US" sz="12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ステップごとに思考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246888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46888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コード設計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アーキテクチャを</a:t>
            </a:r>
            <a:endParaRPr lang="en-US" sz="12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熟考して提案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468880"/>
            <a:ext cx="2286000" cy="11887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46888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多角的分析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複数の視点で深く探索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Web検索機能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1005840"/>
            <a:ext cx="2286000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0058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リアルタイム情報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最新ニュースやデータを取得して回答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2286000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0058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6616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引用URL表示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出典を明示して信頼性を担保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286000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0058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722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自動判断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検索が必要かをAIが自分で判断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2743200"/>
            <a:ext cx="3749040" cy="10972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788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 = 要約型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154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検索結果をきれいにまとめて提示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743200"/>
            <a:ext cx="3749040" cy="109728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88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= 分析的統合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情報を深く分析・統合して洞察を提供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使い分けフレームワーク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53035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424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画像生成が必要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1042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</a:rPr>
              <a:t>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1097280"/>
            <a:ext cx="1463040" cy="34747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097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1664208"/>
            <a:ext cx="7772400" cy="53035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7007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100ページ超の資料分析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8932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</a:rPr>
              <a:t>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1755648"/>
            <a:ext cx="146304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7556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322576"/>
            <a:ext cx="7772400" cy="53035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3591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コード設計・実装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</a:rPr>
              <a:t>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20840" y="2414016"/>
            <a:ext cx="146304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4140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2980944"/>
            <a:ext cx="7772400" cy="53035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素早くそれなりの回答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</a:rPr>
              <a:t>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20840" y="3072384"/>
            <a:ext cx="1463040" cy="34747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0723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3639312"/>
            <a:ext cx="7772400" cy="53035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675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深い分析・戦略立案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8932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</a:rPr>
              <a:t>➡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0840" y="3730752"/>
            <a:ext cx="146304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3730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演習：業務タスクを分類してみよう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98755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あなたの業務タスクを３つ書き出し、ChatGPT / Claudeのどちらが最適か判断してください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45720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1645920"/>
            <a:ext cx="274320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業務タスク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1645920"/>
            <a:ext cx="164592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645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最適ツール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32120" y="1645920"/>
            <a:ext cx="2286000" cy="365760"/>
          </a:xfrm>
          <a:prstGeom prst="rect">
            <a:avLst/>
          </a:prstGeom>
          <a:solidFill>
            <a:srgbClr val="1B2A4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011680"/>
            <a:ext cx="45720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011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43000" y="2011680"/>
            <a:ext cx="274320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6200" y="2011680"/>
            <a:ext cx="164592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2011680"/>
            <a:ext cx="228600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2651760"/>
            <a:ext cx="4572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2651760"/>
            <a:ext cx="27432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86200" y="2651760"/>
            <a:ext cx="164592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2651760"/>
            <a:ext cx="22860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291840"/>
            <a:ext cx="45720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291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43000" y="3291840"/>
            <a:ext cx="274320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6200" y="3291840"/>
            <a:ext cx="164592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3291840"/>
            <a:ext cx="2286000" cy="6400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ヒント：スライド12のフレームワークを参考にしましょう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Claude活用コツ３選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1005840"/>
            <a:ext cx="2286000" cy="2743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0058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構造化指示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2240280"/>
            <a:ext cx="1737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「背景」「目的」「制約」「出力形式」を明示すると精度が劇的に向上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005840"/>
            <a:ext cx="2286000" cy="2743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05840"/>
            <a:ext cx="2286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6616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逆質問歓迎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3320" y="2240280"/>
            <a:ext cx="1737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「不明点があれば質問して」と伝えると、より的確な回答に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286000" cy="2743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05840"/>
            <a:ext cx="2286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72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長文を恐れない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2240280"/>
            <a:ext cx="17373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100万トークンを活かし、資料を丸ごと渡して分析させる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0584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1097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Anthropicは「AI安全性」をDNAに持つ企業。Constitutional AIが核心技術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78308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18745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/ Sonnet / Haiku の3モデルを目的別に使い分ける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56032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26517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ChatGPTはマルチモーダル総合力、Claudeは深い分析・長文が強み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337560"/>
            <a:ext cx="7772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3429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業務の特性に合わせて最適なAIを選択できるようになる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Part1 完了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Part2へ続く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プロジェクト &amp; アーティファクト活用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584</Words>
  <Application>Microsoft Macintosh PowerPoint</Application>
  <PresentationFormat>画面に合わせる (16:9)</PresentationFormat>
  <Paragraphs>230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Claude-P1: Claudeとは何か？ -- モデル・特徴・ChatGPTとの違い</dc:title>
  <dc:subject>PptxGenJS Presentation</dc:subject>
  <dc:creator>Gorilla Knowledge</dc:creator>
  <cp:lastModifiedBy>黒崎優斗</cp:lastModifiedBy>
  <cp:revision>2</cp:revision>
  <dcterms:created xsi:type="dcterms:W3CDTF">2026-04-03T16:13:49Z</dcterms:created>
  <dcterms:modified xsi:type="dcterms:W3CDTF">2026-04-03T18:02:10Z</dcterms:modified>
</cp:coreProperties>
</file>