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7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184" y="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2504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914400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17373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プロジェクト &amp; アーティファクト活用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3200400" y="2697480"/>
            <a:ext cx="2743200" cy="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2880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業務専用AIアシスタントを構築する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Claude-P2   |   全社員   |   20分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今日のゴール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Claude-P2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118872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17320" y="114300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プロジェクト機能で業務専用ナレッジベースを構築できる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85800" y="19202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24028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17320" y="219456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アーティファクトでHTML/Mermaid/Reactを即時生成できる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85800" y="297180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29184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17320" y="324612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Canvas vs Claude Artifactsの違いを説明できる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プロジェクトとは？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Claude-P2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51560"/>
            <a:ext cx="7772400" cy="91440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051560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自分専用の業務AIアシスタントを作る機能（Pro以上）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85800" y="2240280"/>
            <a:ext cx="3200400" cy="210312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377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通常のチャット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51560" y="2880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毎回ゼロから説明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51560" y="3383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文脈が引き継がれない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51560" y="3886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汎用的な回答</a:t>
            </a:r>
            <a:endParaRPr lang="en-US" sz="16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3017520"/>
            <a:ext cx="457200" cy="45720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4983480" y="2240280"/>
            <a:ext cx="3200400" cy="210312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983480" y="2377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プロジェクト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5349240" y="2880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業務資料を事前にUP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349240" y="3383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カスタム指示で精度UP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349240" y="3886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業務特化の回答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85800" y="44805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ナレッジベース（ファイルUP）+ カスタム指示 + 専用チャット = 業務専用AI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640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プロジェクト作成の4ステップ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0972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1回設定すれば、以後すべての会話で業務知識が反映される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Claude-P2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08660" y="1600200"/>
            <a:ext cx="1554480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708660" y="16002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名前を設定</a:t>
            </a:r>
            <a:endParaRPr lang="en-US" sz="13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0300" y="1755648"/>
            <a:ext cx="182880" cy="18288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766060" y="1600200"/>
            <a:ext cx="1554480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9"/>
          <p:cNvSpPr/>
          <p:nvPr/>
        </p:nvSpPr>
        <p:spPr>
          <a:xfrm>
            <a:off x="2628900" y="16002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カスタム指示を記入</a:t>
            </a:r>
            <a:endParaRPr lang="en-US" sz="13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7700" y="1755648"/>
            <a:ext cx="182880" cy="18288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823460" y="1600200"/>
            <a:ext cx="1554480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1"/>
          <p:cNvSpPr/>
          <p:nvPr/>
        </p:nvSpPr>
        <p:spPr>
          <a:xfrm>
            <a:off x="4823460" y="16002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ファイルをUP</a:t>
            </a:r>
            <a:endParaRPr lang="en-US" sz="13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0" y="1755648"/>
            <a:ext cx="182880" cy="1828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6880860" y="1600200"/>
            <a:ext cx="1554480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Text 13"/>
          <p:cNvSpPr/>
          <p:nvPr/>
        </p:nvSpPr>
        <p:spPr>
          <a:xfrm>
            <a:off x="6880860" y="16002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テスト実行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868680" y="2331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名前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2788920" y="233172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具体的に。「提案書作成AI」「契約レビューAI」など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685800" y="297180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868680" y="29718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指示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2788920" y="297180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出力形式・参照ファイルの使い方・制約条件を明記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685800" y="361188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868680" y="36118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ナレッジ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2788920" y="361188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PDF/DOCX/CSV等。テンプレ、過去事例、規約など</a:t>
            </a:r>
            <a:endParaRPr lang="en-US" sz="1300" dirty="0"/>
          </a:p>
        </p:txBody>
      </p:sp>
      <p:sp>
        <p:nvSpPr>
          <p:cNvPr id="27" name="Shape 22"/>
          <p:cNvSpPr/>
          <p:nvPr/>
        </p:nvSpPr>
        <p:spPr>
          <a:xfrm>
            <a:off x="685800" y="4389120"/>
            <a:ext cx="7772400" cy="457200"/>
          </a:xfrm>
          <a:prstGeom prst="rect">
            <a:avLst/>
          </a:prstGeom>
          <a:solidFill>
            <a:srgbClr val="DBEAFE"/>
          </a:solidFill>
          <a:ln/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480560"/>
            <a:ext cx="228600" cy="22860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280160" y="43891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ファイルはキャッシュされ、会話をまたいで再利用。毎回UPし直す必要なし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業種別プロジェクト活用パターン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Claude-P2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51560"/>
            <a:ext cx="3657600" cy="123444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48590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11612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営業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554480" y="158191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提案書テンプレ+事例+料金表で提案書自動生成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800600" y="1051560"/>
            <a:ext cx="3657600" cy="123444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148590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69280" y="11612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法務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5669280" y="158191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契約書テンプレ+チェックリストでレビュー自動化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85800" y="2560320"/>
            <a:ext cx="3657600" cy="123444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299466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267004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人事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1554480" y="309067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JD+評価基準で面接質問を自動生成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4800600" y="2560320"/>
            <a:ext cx="3657600" cy="123444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4920" y="299466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669280" y="267004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経営企画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5669280" y="309067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KPIデータ+目標値で月次レポート自動作成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685800" y="4160520"/>
            <a:ext cx="7772400" cy="5486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4" name="Text 18"/>
          <p:cNvSpPr/>
          <p:nvPr/>
        </p:nvSpPr>
        <p:spPr>
          <a:xfrm>
            <a:off x="960120" y="416052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どの部門でも「テンプレ + 過去データ + 指示」で業務特化AIが作れる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カスタム指示の書き方 — 5つの要素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Claude-P2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51560"/>
            <a:ext cx="45720" cy="10058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Shape 6"/>
          <p:cNvSpPr/>
          <p:nvPr/>
        </p:nvSpPr>
        <p:spPr>
          <a:xfrm>
            <a:off x="960120" y="1143000"/>
            <a:ext cx="548640" cy="54864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23444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783080" y="10972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役割（Role）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783080" y="1435608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「あなたはBtoB向け提案書の専門家です」と明示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85800" y="2194560"/>
            <a:ext cx="45720" cy="10058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Shape 10"/>
          <p:cNvSpPr/>
          <p:nvPr/>
        </p:nvSpPr>
        <p:spPr>
          <a:xfrm>
            <a:off x="960120" y="2286000"/>
            <a:ext cx="548640" cy="548640"/>
          </a:xfrm>
          <a:prstGeom prst="ellipse">
            <a:avLst/>
          </a:prstGeom>
          <a:solidFill>
            <a:srgbClr val="D1FAE5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237744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783080" y="22402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参照（Reference）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1783080" y="2578608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「ナレッジの料金表を参照してプランを推薦」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85800" y="3337560"/>
            <a:ext cx="45720" cy="10058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8" name="Shape 14"/>
          <p:cNvSpPr/>
          <p:nvPr/>
        </p:nvSpPr>
        <p:spPr>
          <a:xfrm>
            <a:off x="960120" y="3429000"/>
            <a:ext cx="548640" cy="548640"/>
          </a:xfrm>
          <a:prstGeom prst="ellipse">
            <a:avLst/>
          </a:prstGeom>
          <a:solidFill>
            <a:srgbClr val="FEF3C7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352044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783080" y="33832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形式（Format）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1783080" y="3721608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「課題→提案→効果→料金→次のステップの順で構成」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アーティファクトとは？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Claude-P2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51560"/>
            <a:ext cx="7772400" cy="91440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051560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リアルタイムで成果物を生成・プレビューする機能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85800" y="2240280"/>
            <a:ext cx="3200400" cy="210312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377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通常の回答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51560" y="2880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テキストで表示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51560" y="3383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コピペして使う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51560" y="3886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見た目の確認は別途</a:t>
            </a:r>
            <a:endParaRPr lang="en-US" sz="16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3017520"/>
            <a:ext cx="457200" cy="45720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4983480" y="2240280"/>
            <a:ext cx="3200400" cy="210312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983480" y="2377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アーティファクト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5349240" y="2880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HTML/Reactをプレビュー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349240" y="3383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その場で動作確認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349240" y="3886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バージョン管理・共有可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85800" y="44805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テキスト・HTML・SVG・Mermaid図・Reactコンポーネント・コードに対応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vs Artifacts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Claude-P2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97280"/>
            <a:ext cx="164592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0972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331720" y="1097280"/>
            <a:ext cx="306324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2331720" y="109728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Artifacts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394960" y="1097280"/>
            <a:ext cx="3063240" cy="6400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2" name="Text 10"/>
          <p:cNvSpPr/>
          <p:nvPr/>
        </p:nvSpPr>
        <p:spPr>
          <a:xfrm>
            <a:off x="5394960" y="109728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Canvas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1737360"/>
            <a:ext cx="164592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173736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対応形式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331720" y="1737360"/>
            <a:ext cx="306324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6" name="Text 14"/>
          <p:cNvSpPr/>
          <p:nvPr/>
        </p:nvSpPr>
        <p:spPr>
          <a:xfrm>
            <a:off x="2331720" y="173736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テキスト・HTML・SVG・Mermaid・React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394960" y="1737360"/>
            <a:ext cx="306324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8" name="Text 16"/>
          <p:cNvSpPr/>
          <p:nvPr/>
        </p:nvSpPr>
        <p:spPr>
          <a:xfrm>
            <a:off x="5394960" y="173736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テキスト・コード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5800" y="2377440"/>
            <a:ext cx="164592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23774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プレビュー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331720" y="2377440"/>
            <a:ext cx="306324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2331720" y="237744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 HTML/SVGをその場表示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394960" y="2377440"/>
            <a:ext cx="306324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5394960" y="237744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 テキスト中心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85800" y="3017520"/>
            <a:ext cx="164592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30175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インタラクティブ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331720" y="3017520"/>
            <a:ext cx="306324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28" name="Text 26"/>
          <p:cNvSpPr/>
          <p:nvPr/>
        </p:nvSpPr>
        <p:spPr>
          <a:xfrm>
            <a:off x="2331720" y="301752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 Reactが動作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394960" y="3017520"/>
            <a:ext cx="306324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30" name="Text 28"/>
          <p:cNvSpPr/>
          <p:nvPr/>
        </p:nvSpPr>
        <p:spPr>
          <a:xfrm>
            <a:off x="5394960" y="301752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85800" y="3657600"/>
            <a:ext cx="164592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" y="36576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バージョン管理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2331720" y="3657600"/>
            <a:ext cx="306324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2331720" y="365760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394960" y="3657600"/>
            <a:ext cx="306324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5394960" y="365760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85800" y="4297680"/>
            <a:ext cx="164592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38" name="Text 36"/>
          <p:cNvSpPr/>
          <p:nvPr/>
        </p:nvSpPr>
        <p:spPr>
          <a:xfrm>
            <a:off x="685800" y="42976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公開・共有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2331720" y="4297680"/>
            <a:ext cx="306324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40" name="Text 38"/>
          <p:cNvSpPr/>
          <p:nvPr/>
        </p:nvSpPr>
        <p:spPr>
          <a:xfrm>
            <a:off x="2331720" y="429768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 URL発行で誰でも閲覧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5394960" y="4297680"/>
            <a:ext cx="306324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42" name="Text 40"/>
          <p:cNvSpPr/>
          <p:nvPr/>
        </p:nvSpPr>
        <p:spPr>
          <a:xfrm>
            <a:off x="5394960" y="429768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640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実演① HTMLレポート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0972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競合分析レポートをHTML形式で自動生成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629400" y="685800"/>
            <a:ext cx="1828800" cy="32004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6" name="Text 4"/>
          <p:cNvSpPr/>
          <p:nvPr/>
        </p:nvSpPr>
        <p:spPr>
          <a:xfrm>
            <a:off x="6629400" y="685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Claude-P2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1600200"/>
            <a:ext cx="777240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" y="1600200"/>
            <a:ext cx="4572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1600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入力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971800" y="160020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自社・競合A・競合Bの基本情報（月額、導入数、強み）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2331720"/>
            <a:ext cx="777240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5" name="Shape 13"/>
          <p:cNvSpPr/>
          <p:nvPr/>
        </p:nvSpPr>
        <p:spPr>
          <a:xfrm>
            <a:off x="685800" y="2331720"/>
            <a:ext cx="4572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2331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出力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971800" y="233172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見やすい表+グラフ付きのHTML競合分析レポート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85800" y="3063240"/>
            <a:ext cx="777240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" y="3063240"/>
            <a:ext cx="4572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3063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所要時間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971800" y="306324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約30秒で完成。手作業なら半日以上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5800" y="4023360"/>
            <a:ext cx="7772400" cy="457200"/>
          </a:xfrm>
          <a:prstGeom prst="rect">
            <a:avLst/>
          </a:prstGeom>
          <a:solidFill>
            <a:srgbClr val="DBEAFE"/>
          </a:solidFill>
          <a:ln/>
        </p:spPr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114800"/>
            <a:ext cx="228600" cy="2286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280160" y="40233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「HTML形式で、表とグラフを含めて」と指示するだけでプロ品質のレポート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640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実演② Mermaid図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0972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業務フローを自然言語からフロー図に変換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629400" y="685800"/>
            <a:ext cx="1828800" cy="32004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6" name="Text 4"/>
          <p:cNvSpPr/>
          <p:nvPr/>
        </p:nvSpPr>
        <p:spPr>
          <a:xfrm>
            <a:off x="6629400" y="685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Claude-P2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1600200"/>
            <a:ext cx="777240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" y="1600200"/>
            <a:ext cx="4572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1600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フローチャート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971800" y="160020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業務プロセスの可視化（受注→製造→出荷→請求）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2331720"/>
            <a:ext cx="777240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5" name="Shape 13"/>
          <p:cNvSpPr/>
          <p:nvPr/>
        </p:nvSpPr>
        <p:spPr>
          <a:xfrm>
            <a:off x="685800" y="2331720"/>
            <a:ext cx="4572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2331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シーケンス図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971800" y="233172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システム間連携の流れ（API→DB→レスポンス）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85800" y="3063240"/>
            <a:ext cx="777240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" y="3063240"/>
            <a:ext cx="4572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3063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ガントチャート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971800" y="306324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プロジェクトスケジュールの可視化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5800" y="3794760"/>
            <a:ext cx="777240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23" name="Shape 21"/>
          <p:cNvSpPr/>
          <p:nvPr/>
        </p:nvSpPr>
        <p:spPr>
          <a:xfrm>
            <a:off x="685800" y="3794760"/>
            <a:ext cx="4572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4" name="Text 22"/>
          <p:cNvSpPr/>
          <p:nvPr/>
        </p:nvSpPr>
        <p:spPr>
          <a:xfrm>
            <a:off x="960120" y="3794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マインドマップ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971800" y="379476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ブレインストーミングのアイデア整理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85800" y="4663440"/>
            <a:ext cx="7772400" cy="457200"/>
          </a:xfrm>
          <a:prstGeom prst="rect">
            <a:avLst/>
          </a:prstGeom>
          <a:solidFill>
            <a:srgbClr val="DBEAFE"/>
          </a:solidFill>
          <a:ln/>
        </p:spPr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754880"/>
            <a:ext cx="228600" cy="22860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280160" y="46634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テキストで業務フローを書くだけで、きれいな図が即生成される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640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実演③ Reactダッシュボード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0972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KPIデータからインタラクティブなダッシュボードを生成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629400" y="685800"/>
            <a:ext cx="1828800" cy="32004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6" name="Text 4"/>
          <p:cNvSpPr/>
          <p:nvPr/>
        </p:nvSpPr>
        <p:spPr>
          <a:xfrm>
            <a:off x="6629400" y="685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Claude-P2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1600200"/>
            <a:ext cx="777240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" y="1600200"/>
            <a:ext cx="4572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1600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入力データ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971800" y="160020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月次KPI（リード数、CVR、広告費、ROI）6か月分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2331720"/>
            <a:ext cx="777240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5" name="Shape 13"/>
          <p:cNvSpPr/>
          <p:nvPr/>
        </p:nvSpPr>
        <p:spPr>
          <a:xfrm>
            <a:off x="685800" y="2331720"/>
            <a:ext cx="4572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2331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出力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971800" y="233172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Recharts使用のグラフ付きダッシュボード。フィルタ機能付き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85800" y="3063240"/>
            <a:ext cx="777240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" y="3063240"/>
            <a:ext cx="4572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3063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衝撃ポイント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971800" y="306324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Reactコンポーネントがその場で実行される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5800" y="4023360"/>
            <a:ext cx="7772400" cy="457200"/>
          </a:xfrm>
          <a:prstGeom prst="rect">
            <a:avLst/>
          </a:prstGeom>
          <a:solidFill>
            <a:srgbClr val="DBEAFE"/>
          </a:solidFill>
          <a:ln/>
        </p:spPr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114800"/>
            <a:ext cx="228600" cy="2286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280160" y="40233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プログラミング不要でインタラクティブなダッシュボードが作れる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640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バージョン管理と共有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0972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作って終わりではない — 継続的に改善・共有できる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Claude-P2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08660" y="1600200"/>
            <a:ext cx="1554480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708660" y="16002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初版生成</a:t>
            </a:r>
            <a:endParaRPr lang="en-US" sz="13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0300" y="1755648"/>
            <a:ext cx="182880" cy="18288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766060" y="1600200"/>
            <a:ext cx="1554480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9"/>
          <p:cNvSpPr/>
          <p:nvPr/>
        </p:nvSpPr>
        <p:spPr>
          <a:xfrm>
            <a:off x="2766060" y="16002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フィードバック</a:t>
            </a:r>
            <a:endParaRPr lang="en-US" sz="13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7700" y="1755648"/>
            <a:ext cx="182880" cy="18288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823460" y="1600200"/>
            <a:ext cx="1554480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1"/>
          <p:cNvSpPr/>
          <p:nvPr/>
        </p:nvSpPr>
        <p:spPr>
          <a:xfrm>
            <a:off x="4823460" y="16002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改善版</a:t>
            </a:r>
            <a:endParaRPr lang="en-US" sz="13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0" y="1755648"/>
            <a:ext cx="182880" cy="1828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6880860" y="1600200"/>
            <a:ext cx="1554480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Text 13"/>
          <p:cNvSpPr/>
          <p:nvPr/>
        </p:nvSpPr>
        <p:spPr>
          <a:xfrm>
            <a:off x="6880860" y="16002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公開・共有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868680" y="2331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バージョン履歴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2788920" y="233172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過去のバージョンをワンクリックで復元可能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685800" y="297180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868680" y="29718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公開機能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2788920" y="297180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URLを発行して社内外に共有。Claudeアカウント不要で閲覧可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685800" y="361188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868680" y="36118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リミックス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2788920" y="361188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他の人がURLから自分用コピーを作成して改変できる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業種別アーティファクト活用マップ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Claude-P2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51560"/>
            <a:ext cx="3657600" cy="123444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48590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11612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マーケティング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554480" y="158191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HTMLレポート、LP、メールテンプレート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800600" y="1051560"/>
            <a:ext cx="3657600" cy="123444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148590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69280" y="11612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経理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5669280" y="158191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予算ダッシュボード、分析レポート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85800" y="2560320"/>
            <a:ext cx="3657600" cy="123444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299466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267004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開発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1554480" y="309067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API仕様書、アーキテクチャ図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4800600" y="2560320"/>
            <a:ext cx="3657600" cy="123444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4920" y="299466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669280" y="267004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経営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5669280" y="309067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競合分析、戦略資料、KPIボード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Part2 まとめ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Claude-P2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97280"/>
            <a:ext cx="77724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097280"/>
            <a:ext cx="45720" cy="685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0972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プロジェクト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697480" y="109728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ナレッジ+指示で業務特化AIを構築。1回設定で以後ずっと有効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85800" y="1965960"/>
            <a:ext cx="77724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1965960"/>
            <a:ext cx="45720" cy="6858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19659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アーティファクト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697480" y="196596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HTML/Mermaid/Reactをリアルタイム生成・プレビュー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85800" y="2834640"/>
            <a:ext cx="77724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2834640"/>
            <a:ext cx="45720" cy="685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283464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Canvas比較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697480" y="283464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 = プレビュー実行+公開共有+React動作で圧倒的に多機能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85800" y="3703320"/>
            <a:ext cx="77724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3703320"/>
            <a:ext cx="45720" cy="6858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37033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運用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697480" y="370332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バージョン管理で継続改善、URL共有で社内展開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お疲れさまでした！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286000" y="2103120"/>
            <a:ext cx="4572000" cy="2011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0" y="22860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確認テスト（5問）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0" y="2834640"/>
            <a:ext cx="2743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0" y="29718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80%以上の正答で修了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286000" y="3474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次の動画: Part3 100万トークン長文処理 &amp; Web検索活用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665</Words>
  <Application>Microsoft Macintosh PowerPoint</Application>
  <PresentationFormat>画面に合わせる (16:9)</PresentationFormat>
  <Paragraphs>187</Paragraphs>
  <Slides>15</Slides>
  <Notes>15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Claude-P2: プロジェクト &amp; アーティファクト活用 — 業務専用AIアシスタントを構築する</dc:title>
  <dc:subject>PptxGenJS Presentation</dc:subject>
  <dc:creator>Gorilla Knowledge</dc:creator>
  <cp:lastModifiedBy>黒崎優斗</cp:lastModifiedBy>
  <cp:revision>2</cp:revision>
  <dcterms:created xsi:type="dcterms:W3CDTF">2026-04-03T16:05:05Z</dcterms:created>
  <dcterms:modified xsi:type="dcterms:W3CDTF">2026-04-03T18:42:28Z</dcterms:modified>
</cp:coreProperties>
</file>