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5841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01600" y="1737360"/>
            <a:ext cx="924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Co-work &amp; 実践ワークショップ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バックグラウンドAIと全体総まとめ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Claude-P5   |   全社員   |   20分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Co-work（バックグラウンドエージェント）の仕組みを理解する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Google/外部サービス連携の全体像を把握する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全5回の学習を統合し、業務活用プランを作成できる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Co-workとは？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Claudeがバックグラウンドで自律的にタスクを実行する機能（Max $100〜）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通常のチャット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1回質問→1回回答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人間が常に操作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シンプルなタスク向き</a:t>
            </a:r>
            <a:endParaRPr lang="en-US" sz="16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Co-work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タスクを指示→放置OK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AIが自律的に複数ステップ実行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完了後に通知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580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指示を出したら、Claudeが「別室で作業」してくれるイメージ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Co-workでできること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コード作成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GitHubでコード作成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PR提出まで自律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リサーチ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Web調査→分析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レポート自動生成</a:t>
            </a:r>
            <a:endParaRPr lang="en-US" sz="16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データ分析・可視化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自動実行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Co-workの使い方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タスク指示 → バックグラウンド実行 → 完了通知 → レビュー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86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086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タスク指示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0" y="1755648"/>
            <a:ext cx="182880" cy="182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660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27660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バックグラウンド実行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1755648"/>
            <a:ext cx="18288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234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48234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完了通知</a:t>
            </a:r>
            <a:endParaRPr lang="en-US" sz="13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755648"/>
            <a:ext cx="182880" cy="1828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8808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3"/>
          <p:cNvSpPr/>
          <p:nvPr/>
        </p:nvSpPr>
        <p:spPr>
          <a:xfrm>
            <a:off x="68808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686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途中確認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2788920" y="2331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実行中いつでも進捗を確認可能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6868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並行実行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2788920" y="2971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複数タスクを同時に走らせられる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85800" y="36118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68680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2788920" y="36118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スマホから指示→PCのClaudeが実行（Max向け機能）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85800" y="438912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80560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80160" y="4389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あなたが会議中でも、Claudeがバックグラウンドで作業を進めてくれる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Co-work実践例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実際のビジネスシーンでの活用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29400" y="685800"/>
            <a:ext cx="182880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6629400" y="685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競合調査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「競合3社の最新動向を調査してレポートに」→ Web検索→分析→レポート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README更新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「このリポジトリのREADMEを更新して」→ コード読取→更新→PR作成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朝のブリーフィング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毎朝9時にSlack/メールの要約を自動生成（スケジュール機能）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14800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8016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定型的な調査・分析・文書作成はCo-workに任せて、人間は判断に集中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外部サービス連携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859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メール検索・要約・返信ドラフト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4859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6692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予定確認・登録・空き時間検索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9946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544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文書の読取・編集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006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9946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Notion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6692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チャンネル要約・ページ読み書き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18"/>
          <p:cNvSpPr/>
          <p:nvPr/>
        </p:nvSpPr>
        <p:spPr>
          <a:xfrm>
            <a:off x="960120" y="41605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Co-workで外部ツールと自律連携。Google Workspace完全対応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Co-work活用の3つのコツ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4572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143000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2344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明確なゴールと成果物を指定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783080" y="1435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「レポートを作って」→「比較表+要約+提言の3パートで5ページ以内」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2194560"/>
            <a:ext cx="45720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2286000"/>
            <a:ext cx="548640" cy="5486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377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途中チェックポイントを設ける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783080" y="2578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長時間タスクは途中で方向性を確認。軌道修正が容易に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85800" y="3337560"/>
            <a:ext cx="4572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42900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5204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最終成果物は必ず人間がレビュー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83080" y="3721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AIの自律実行は便利だが、最終判断と責任は人間が持つ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全5回の振り返り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Claudeとは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モデル・特徴・使い分け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Part2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アーティファクト</a:t>
            </a:r>
            <a:endParaRPr lang="en-US" sz="16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Part3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100万トークン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Web検索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全5回の振り返り（続き）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Part4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Part5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Co-work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実践ワークショップ</a:t>
            </a:r>
            <a:endParaRPr lang="en-US" sz="16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深く考える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分析パートナー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年間時間削減シミュレーション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204216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3880" y="1097280"/>
            <a:ext cx="204216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4373880" y="10972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Claude活用後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16040" y="1097280"/>
            <a:ext cx="204216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416040" y="10972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年間削減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報告書作成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31720" y="173736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17373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週3時間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73880" y="173736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4373880" y="17373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週0.5時間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16040" y="173736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2" name="Text 20"/>
          <p:cNvSpPr/>
          <p:nvPr/>
        </p:nvSpPr>
        <p:spPr>
          <a:xfrm>
            <a:off x="6416040" y="17373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130時間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331720" y="237744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331720" y="237744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週2時間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73880" y="237744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373880" y="237744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週0.3時間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16040" y="237744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16040" y="237744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88時間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情報収集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301752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301752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週2時間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373880" y="301752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6" name="Text 34"/>
          <p:cNvSpPr/>
          <p:nvPr/>
        </p:nvSpPr>
        <p:spPr>
          <a:xfrm>
            <a:off x="4373880" y="301752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週0.5時間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16040" y="301752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8" name="Text 36"/>
          <p:cNvSpPr/>
          <p:nvPr/>
        </p:nvSpPr>
        <p:spPr>
          <a:xfrm>
            <a:off x="6416040" y="301752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78時間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メール対応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331720" y="365760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2331720" y="365760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週1.5時間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373880" y="365760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4373880" y="365760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週0.5時間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16040" y="365760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416040" y="365760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52時間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85800" y="429768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42976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2331720" y="429768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50" name="Text 48"/>
          <p:cNvSpPr/>
          <p:nvPr/>
        </p:nvSpPr>
        <p:spPr>
          <a:xfrm>
            <a:off x="2331720" y="42976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373880" y="429768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52" name="Text 50"/>
          <p:cNvSpPr/>
          <p:nvPr/>
        </p:nvSpPr>
        <p:spPr>
          <a:xfrm>
            <a:off x="4373880" y="42976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416040" y="429768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54" name="Text 52"/>
          <p:cNvSpPr/>
          <p:nvPr/>
        </p:nvSpPr>
        <p:spPr>
          <a:xfrm>
            <a:off x="6416040" y="42976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約350時間/年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ワークショップ：業務活用プランを作ろう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859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自分の業務タスクTOP3を書き出す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4859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6692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各タスクに最適なClaude機能を割り当て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9946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544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1つ選んで実際にClaudeで実行してみる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006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9946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6692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結果を共有・フィードバック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明日からやる4つのこと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4572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143000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2344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Pro/Maxプランに登録する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783080" y="1435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月$20から。全機能にアクセス可能。まず1ヶ月試す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1965960"/>
            <a:ext cx="45720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2057400"/>
            <a:ext cx="548640" cy="5486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1488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2011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業務プロジェクトを1つ作る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783080" y="23500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主業務の資料を3つ以上UPし、カスタム指示を設定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85800" y="2880360"/>
            <a:ext cx="4572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297180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0632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2926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長文PDFを1つ分析する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83080" y="32644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社内レポートや業界資料をUPし、エグゼクティブサマリーを生成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85800" y="3794760"/>
            <a:ext cx="45720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Shape 18"/>
          <p:cNvSpPr/>
          <p:nvPr/>
        </p:nvSpPr>
        <p:spPr>
          <a:xfrm>
            <a:off x="960120" y="388620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397764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83080" y="3840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Codeを試す（開発者向け）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783080" y="41788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インストールして小さなプロジェクトで体験する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深く考える分析パートナー。100万トークン×コード力×誠実さ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使い分け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画像/動画→ChatGPT、分析/長文/コード→Claude、迷ったらClaude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武器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プロジェクト、アーティファクト、Claude Code、MCP、Co-work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03320"/>
            <a:ext cx="4572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年間効果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97480" y="3703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約350時間/年の削減。1日1.5時間の余裕が生まれる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606</Words>
  <Application>Microsoft Macintosh PowerPoint</Application>
  <PresentationFormat>画面に合わせる (16:9)</PresentationFormat>
  <Paragraphs>185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Claude-P5: Claude Co-work &amp; 実践ワークショップ — バックグラウンドAIと全体総まとめ</dc:title>
  <dc:subject>PptxGenJS Presentation</dc:subject>
  <dc:creator>Gorilla Knowledge</dc:creator>
  <cp:lastModifiedBy>黒崎優斗</cp:lastModifiedBy>
  <cp:revision>2</cp:revision>
  <dcterms:created xsi:type="dcterms:W3CDTF">2026-04-03T16:16:12Z</dcterms:created>
  <dcterms:modified xsi:type="dcterms:W3CDTF">2026-04-04T04:43:28Z</dcterms:modified>
</cp:coreProperties>
</file>