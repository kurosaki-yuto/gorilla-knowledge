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Google検索との使い分け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目的別検索ガイド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| 全社員向け実践 |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7043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Google検索とPerplexityの得意・不得意を正しく理解している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業務目的に応じて適切な検索ツールを選択できる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両者を組み合わせたハイブリッド検索ワークフローを実践できる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Google検索の強み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4688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リアルタイムニュース、速報、最新情報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1005840"/>
            <a:ext cx="24688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ローカル検索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044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近くのお店、営業時間、口コミ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89320" y="1005840"/>
            <a:ext cx="24688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ショッピング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7220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価格比較、在庫確認、購入リンク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" y="2651760"/>
            <a:ext cx="24688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地図連携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68680" y="3246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Maps統合、ルート検索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3337560" y="2651760"/>
            <a:ext cx="24688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8346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画像・動画検索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520440" y="3246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ビジュアル情報の網羅的検索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Google検索の弱み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0584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広告の多さ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1463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商業キーワードで検索すると画面上部が広告で埋まり、本当の情報にたどり着きにくい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19456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219456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SEO汚染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63040" y="2651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検索上位=最高品質とは限らない。SEO対策に長けたサイトが上位を独占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338328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338328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取捨選択が自分頼み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63040" y="3840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リンク一覧が返るだけ。信頼性・最新性の判断はすべて自分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Perplexityの強み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749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05840"/>
            <a:ext cx="36576" cy="12344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143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要約力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複数ソースを統合して簡潔に回答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3749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05840"/>
            <a:ext cx="36576" cy="12344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143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9204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情報源が明示されファクトチェック容易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2468880"/>
            <a:ext cx="3749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2468880"/>
            <a:ext cx="36576" cy="12344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26060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対話型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868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深掘り質問で段階的に理解を深められる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709160" y="2468880"/>
            <a:ext cx="3749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468880"/>
            <a:ext cx="36576" cy="12344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6060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複雑な質問に強い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89204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比較・分析・背景説明が得意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Perplexityの弱み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0584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1463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数分前のニュース速報の反映はGoogleに比べてやや遅れる場合がある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19456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219456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ローカル情報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63040" y="2651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位置情報に基づく「近くのお店」検索はGoogleマップほどの体験は提供できない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3383280"/>
            <a:ext cx="77724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3383280"/>
            <a:ext cx="36576" cy="10058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ECサイト検索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63040" y="3840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価格比較・在庫確認・購入導線がなく、ショッピングには不向き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目的別ツール選択ガイド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182880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960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960120"/>
            <a:ext cx="11887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60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960120"/>
            <a:ext cx="11887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960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329184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601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判断基準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137160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371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ニュース速報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14600" y="137160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371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137160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371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371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1分1秒を争う情報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1783080"/>
            <a:ext cx="182880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近くのお店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14600" y="178308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1783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703320" y="178308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1783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92040" y="1783080"/>
            <a:ext cx="329184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783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位置情報+地図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219456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194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14600" y="219456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2194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703320" y="219456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2194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92040" y="2194560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194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ECサイト連携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2606040"/>
            <a:ext cx="182880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606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画像検索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14600" y="260604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2606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03320" y="260604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2606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92040" y="2606040"/>
            <a:ext cx="329184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606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ビジュアル情報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301752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017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概念の理解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514600" y="301752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4600" y="3017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703320" y="301752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3017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892040" y="3017520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要約+対話で深掘り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85800" y="3429000"/>
            <a:ext cx="182880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3429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競合調査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514600" y="342900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429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703320" y="342900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03320" y="3429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892040" y="3429000"/>
            <a:ext cx="329184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3429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複数ソース統合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85800" y="3840480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3840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技術比較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2514600" y="384048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14600" y="3840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703320" y="3840480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03320" y="3840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892040" y="3840480"/>
            <a:ext cx="3291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3840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メリデメ整理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85800" y="4251960"/>
            <a:ext cx="182880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4251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要約・分析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514600" y="425196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14600" y="42519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3703320" y="4251960"/>
            <a:ext cx="11887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03320" y="42519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4892040" y="4251960"/>
            <a:ext cx="329184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92040" y="4251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情報統合+構造化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ケース① 競合調査 — Perplexity向き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上司から「競合A社の最新AI戦略を30分でまとめて」と依頼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37033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54480"/>
            <a:ext cx="36576" cy="2286000"/>
          </a:xfrm>
          <a:prstGeom prst="rect">
            <a:avLst>
              <a:gd name="adj" fmla="val 50000"/>
            </a:avLst>
          </a:prstGeom>
          <a:solidFill>
            <a:srgbClr val="EA43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Google検索の場合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148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→ 記事10件を開く → 読む → メモ → 自分で要約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3108960"/>
            <a:ext cx="137160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約40分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1554480"/>
            <a:ext cx="37033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554480"/>
            <a:ext cx="36576" cy="228600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Perplexityの場合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937760" y="2148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 → 出典付き要約 → 深掘り質問 → 完成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937760" y="3108960"/>
            <a:ext cx="13716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49377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約10分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ケース② 近くのランチ — Google向き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「会社から徒歩5分、個室ありの和食店」を探す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37033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54480"/>
            <a:ext cx="36576" cy="2286000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Google検索の場合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148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→ 地図+写真+口コミ+予約リンク → 候補3件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3108960"/>
            <a:ext cx="13716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約2分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1554480"/>
            <a:ext cx="37033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554480"/>
            <a:ext cx="36576" cy="228600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6916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Perplexityの場合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937760" y="2148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テキスト回答のみ。地図なし、写真なし、位置関係も不明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937760" y="3108960"/>
            <a:ext cx="1371600" cy="320040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23" name="Text 19"/>
          <p:cNvSpPr/>
          <p:nvPr/>
        </p:nvSpPr>
        <p:spPr>
          <a:xfrm>
            <a:off x="49377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不便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ハイブリッド検索ワークフロー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18288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234440"/>
            <a:ext cx="822960" cy="256032"/>
          </a:xfrm>
          <a:prstGeom prst="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234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Perplexityで概要把握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554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1097280"/>
            <a:ext cx="18288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1234440"/>
            <a:ext cx="82296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234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出典で信頼性確認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554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97280"/>
            <a:ext cx="18288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34440"/>
            <a:ext cx="82296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34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Googleで詳細深掘り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15544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58000" y="1097280"/>
            <a:ext cx="18288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234440"/>
            <a:ext cx="822960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234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Perplexityで再整理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2926080"/>
            <a:ext cx="3703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なぜこの順番？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68680" y="3383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全体像を先につかむことで、詳細の位置づけを理解しやすく、無駄な検索が減る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754880" y="2926080"/>
            <a:ext cx="3703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0352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937760" y="3383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情報収集の速度と精度が飛躍的に向上。複雑な調査でも迷子にならない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005840"/>
            <a:ext cx="6995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= 即時性・ローカル・ショッピング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= 要約・分析・対話型の深掘り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6995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「答えが1つ」→ Google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「理解を深めたい」→ Perplexity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6995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ハイブリッド検索が最強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Perplexityで概要 → Googleで深掘り → Perplexityで再整理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976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420624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5問中4問正解(80%)で修了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次回: P-05 業務でPerplexityを活用する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Google検索との使い分け〜目的別検索ガイド</dc:title>
  <dc:subject>PptxGenJS Presentation</dc:subject>
  <dc:creator>Gorilla Knowledge</dc:creator>
  <cp:lastModifiedBy>Gorilla Knowledge</cp:lastModifiedBy>
  <cp:revision>1</cp:revision>
  <dcterms:created xsi:type="dcterms:W3CDTF">2026-04-01T08:06:43Z</dcterms:created>
  <dcterms:modified xsi:type="dcterms:W3CDTF">2026-04-01T08:06:43Z</dcterms:modified>
</cp:coreProperties>
</file>