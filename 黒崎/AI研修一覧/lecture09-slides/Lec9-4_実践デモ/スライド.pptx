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91440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実践デモ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3200400" y="269748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Claude→Gammaで資料を作る一部始終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Lec9-4   |   全社員   |   各10分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このパートで見ること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Lec9-4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1430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Claudeに製造業向けAI研修の提案資料を依頼する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19202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402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21945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生成された構成をGammaに貼り付けてスライド化する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5800" y="29718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9184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32461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完成までの全操作を実際の画面で確認する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64008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デモのシナリオ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製造業のクライアント向けにAI研修の提案資料を作る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Lec9-4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60020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テーマ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71800" y="16002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製造現場で即使えるAI活用入門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233172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33172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71800" y="23317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製造現場の一般社員・ライン担当者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306324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306324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71800" y="30632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ChatGPTを実務で使いこなせるようにする研修を提案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379476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379476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3794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使用ツール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971800" y="37947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Claude（構成作成）→ Gamma（スライド化）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85800" y="4663440"/>
            <a:ext cx="7772400" cy="457200"/>
          </a:xfrm>
          <a:prstGeom prst="rect">
            <a:avLst/>
          </a:prstGeom>
          <a:solidFill>
            <a:srgbClr val="DBEAFE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754880"/>
            <a:ext cx="228600" cy="2286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280160" y="4663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3で学んだ「対象者・目的・制約」を実際に使う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64008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1：Claudeへの依頼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Claude.aiにアクセスし、具体的な指示を入力する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Lec9-4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60020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71800" y="16002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「AI研修を製造業の方向きに導入していきたい。そんな資料を作ってください」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233172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33172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追加指示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71800" y="23317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「マークダウンで構成を作って。製造業のリアルな課題から落としたい」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306324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306324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Claudeの出力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71800" y="30632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全16枚のスライド構成（表紙、ゴール、課題提起、活用事例、演習…）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4023360"/>
            <a:ext cx="7772400" cy="457200"/>
          </a:xfrm>
          <a:prstGeom prst="rect">
            <a:avLst/>
          </a:prstGeom>
          <a:solidFill>
            <a:srgbClr val="DBEAFE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114800"/>
            <a:ext cx="228600" cy="2286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80160" y="40233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具体的な業界・課題を伝えると、Claudeは現場に即した内容を生成する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64008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2：Gammaでスライド化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Claudeの出力をGammaに貼り付けてスライドを生成する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Lec9-4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8660" y="1600200"/>
            <a:ext cx="1554480" cy="502920"/>
          </a:xfrm>
          <a:prstGeom prst="rect">
            <a:avLst>
              <a:gd name="adj" fmla="val 9091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7086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Claudeの出力をコピー</a:t>
            </a:r>
            <a:endParaRPr lang="en-US" sz="13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0300" y="1755648"/>
            <a:ext cx="182880" cy="1828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2766060" y="1600200"/>
            <a:ext cx="1554480" cy="502920"/>
          </a:xfrm>
          <a:prstGeom prst="rect">
            <a:avLst>
              <a:gd name="adj" fmla="val 9091"/>
            </a:avLst>
          </a:prstGeom>
          <a:solidFill>
            <a:srgbClr val="2563EB"/>
          </a:solidFill>
          <a:ln/>
        </p:spPr>
      </p:sp>
      <p:sp>
        <p:nvSpPr>
          <p:cNvPr id="14" name="Text 11"/>
          <p:cNvSpPr/>
          <p:nvPr/>
        </p:nvSpPr>
        <p:spPr>
          <a:xfrm>
            <a:off x="27660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Gammaで「Paste in text」</a:t>
            </a:r>
            <a:endParaRPr lang="en-US" sz="13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1755648"/>
            <a:ext cx="182880" cy="1828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823460" y="1600200"/>
            <a:ext cx="1554480" cy="502920"/>
          </a:xfrm>
          <a:prstGeom prst="rect">
            <a:avLst>
              <a:gd name="adj" fmla="val 9091"/>
            </a:avLst>
          </a:prstGeom>
          <a:solidFill>
            <a:srgbClr val="2563EB"/>
          </a:solidFill>
          <a:ln/>
        </p:spPr>
      </p:sp>
      <p:sp>
        <p:nvSpPr>
          <p:cNvPr id="17" name="Text 13"/>
          <p:cNvSpPr/>
          <p:nvPr/>
        </p:nvSpPr>
        <p:spPr>
          <a:xfrm>
            <a:off x="48234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テーマを選択</a:t>
            </a:r>
            <a:endParaRPr lang="en-US" sz="13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1755648"/>
            <a:ext cx="182880" cy="18288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880860" y="1600200"/>
            <a:ext cx="1554480" cy="502920"/>
          </a:xfrm>
          <a:prstGeom prst="rect">
            <a:avLst>
              <a:gd name="adj" fmla="val 9091"/>
            </a:avLst>
          </a:prstGeom>
          <a:solidFill>
            <a:srgbClr val="2563EB"/>
          </a:solidFill>
          <a:ln/>
        </p:spPr>
      </p:sp>
      <p:sp>
        <p:nvSpPr>
          <p:cNvPr id="20" name="Text 15"/>
          <p:cNvSpPr/>
          <p:nvPr/>
        </p:nvSpPr>
        <p:spPr>
          <a:xfrm>
            <a:off x="68808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スライド生成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6868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テキスト量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2788920" y="233172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Claudeが生成した全16枚分の構成をそのまま貼り付け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85800" y="29718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68680" y="2971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Gamma設定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2788920" y="29718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テーマ選択→「生成」ボタンで一発生成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85800" y="361188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68680" y="3611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所要時間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2788920" y="36118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コピペから完成まで約2分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685800" y="4389120"/>
            <a:ext cx="7772400" cy="457200"/>
          </a:xfrm>
          <a:prstGeom prst="rect">
            <a:avLst/>
          </a:prstGeom>
          <a:solidFill>
            <a:srgbClr val="DBEAFE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4805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280160" y="43891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Claudeの構成がしっかりしていれば、Gammaでの調整はほぼ不要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完成した資料のポイント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Lec9-4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7772400" cy="9144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05156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製造業の現場課題から出発し、ChatGPTの具体的な活用シーンまで落とし込んだ提案資料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2240280"/>
            <a:ext cx="3200400" cy="21031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Claudeが担ったこと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製造業の課題分析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16枚の構成設計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現場目線の事例作成</a:t>
            </a:r>
            <a:endParaRPr lang="en-US" sz="16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3017520"/>
            <a:ext cx="457200" cy="4572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983480" y="2240280"/>
            <a:ext cx="3200400" cy="21031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8348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Gammaが担ったこと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34924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プロ品質のデザイン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34924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画像の自動挿入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34924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Web形式で即共有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85800" y="4480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合計所要時間：約10分。従来なら半日かかる品質の提案資料が完成。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あなたの番です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Lec9-4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4859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161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テーマを決める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554480" y="15819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自分の業務で実際に作りたい提案資料を1つ選ぶ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00600" y="105156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4859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1161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対象者を明確に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669280" y="15819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誰に見せるのか？業種・役職・課題は？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85800" y="256032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9946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26700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目的を設定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554480" y="30906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受注？承認？情報共有？ゴールを決める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800600" y="256032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99466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69280" y="26700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Claude→Gammaで作成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5669280" y="30906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今見たデモと同じ手順で作ってみる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4" name="Text 18"/>
          <p:cNvSpPr/>
          <p:nvPr/>
        </p:nvSpPr>
        <p:spPr>
          <a:xfrm>
            <a:off x="960120" y="416052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まずは1本作ってみる。使えば使うほど上手くなる。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実践デモ まとめ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Lec9-4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97280"/>
            <a:ext cx="4572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0972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デモ内容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97480" y="10972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製造業向けAI研修の提案資料をClaude→Gammaで10分で完成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196596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965960"/>
            <a:ext cx="45720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965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97480" y="19659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業界・課題を具体的に伝えるとClaudeの出力品質が上がる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283464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834640"/>
            <a:ext cx="45720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8346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次のステップ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97480" y="28346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自分のテーマで同じ流れを再現してみる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お疲れさまでした！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0" y="2103120"/>
            <a:ext cx="4572000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0" y="2286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確認テスト（5問）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2971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80%以上の正答で修了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次の動画: Lec9-5 まとめ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Lec9-4: 実践デモ — Claude→Gammaで資料を作る一部始終</dc:title>
  <dc:subject>PptxGenJS Presentation</dc:subject>
  <dc:creator>Gorilla Knowledge</dc:creator>
  <cp:lastModifiedBy>Gorilla Knowledge</cp:lastModifiedBy>
  <cp:revision>1</cp:revision>
  <dcterms:created xsi:type="dcterms:W3CDTF">2026-04-04T10:19:04Z</dcterms:created>
  <dcterms:modified xsi:type="dcterms:W3CDTF">2026-04-04T10:19:04Z</dcterms:modified>
</cp:coreProperties>
</file>