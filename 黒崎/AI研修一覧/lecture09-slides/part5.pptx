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AI資料作成の時間削減効果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業務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After（Claude + Gamma）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提案資料作成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3〜5時間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10〜20分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社内報告資料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1〜2時間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5〜10分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企画書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半日〜1日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20〜30分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全体の振り返り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977640"/>
            <a:ext cx="2468880" cy="68580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3977640"/>
            <a:ext cx="2468880" cy="68580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2044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044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/ HeyGen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977640"/>
            <a:ext cx="2468880" cy="68580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7220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691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AIが「作業」を担い、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人間は「何を伝えるか」に集中する時代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よくある質問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Gammaは無料で使える？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基本無料。高度な機能はPro版で。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PPTXエクスポートできる？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133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可能。ただしURL共有の方が手軽。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Claude単体ではダメ？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590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簡単な資料ならOK。深い提案はClaude+Gammaが最強。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リンク集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3520440"/>
            <a:ext cx="34747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gamma.app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5: まとめ</dc:title>
  <dc:subject>PptxGenJS Presentation</dc:subject>
  <dc:creator>AI研修講座</dc:creator>
  <cp:lastModifiedBy>AI研修講座</cp:lastModifiedBy>
  <cp:revision>1</cp:revision>
  <dcterms:created xsi:type="dcterms:W3CDTF">2026-04-03T18:19:57Z</dcterms:created>
  <dcterms:modified xsi:type="dcterms:W3CDTF">2026-04-03T18:19:57Z</dcterms:modified>
</cp:coreProperties>
</file>