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Gamma 連携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内容の質はClaudeで、ビジュアルはGammaで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377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914400" cy="320040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6888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Claudeに構成を依頼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テーマ・対象・目的を明確に伝え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スライドごとの内容を出力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743200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1828800"/>
            <a:ext cx="2606040" cy="2377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66160" y="1965960"/>
            <a:ext cx="914400" cy="320040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14" name="Text 10"/>
          <p:cNvSpPr/>
          <p:nvPr/>
        </p:nvSpPr>
        <p:spPr>
          <a:xfrm>
            <a:off x="356616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46888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Gammaに貼り付け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56616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「Paste in text」を選択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アウトラインを確認・調整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743200"/>
            <a:ext cx="36576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17920" y="1828800"/>
            <a:ext cx="2606040" cy="2377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00800" y="1965960"/>
            <a:ext cx="914400" cy="320040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468880"/>
            <a:ext cx="594360" cy="5943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スライド生成・確認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40080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デザインが自動で完成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必要に応じて微調整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3B5998">
              <a:alpha val="70000"/>
            </a:srgb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7083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88720" y="4297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Gammaだけでも作れるが、Claudeで先に内容を練ると提案の質が大きく上がる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Claudeへの指示で質が変わる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30175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600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対象者を明確にする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業種（製造業、IT、小売…）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役職（経営層、現場マネージャー…）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課題感（コスト削減、人手不足…）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2606040" cy="30175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600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目的を伝える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7600" y="29260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受注を取りたいのか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社内承認を得たいのか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情報共有が目的か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606040" cy="30175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600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制約を指定する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2240" y="29260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スライド数（5枚？10枚？）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トーン（フォーマル / カジュアル）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必須項目（数字、事例、比較）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3: Claude + Gamma連携</dc:title>
  <dc:subject>PptxGenJS Presentation</dc:subject>
  <dc:creator>AI研修講座</dc:creator>
  <cp:lastModifiedBy>AI研修講座</cp:lastModifiedBy>
  <cp:revision>1</cp:revision>
  <dcterms:created xsi:type="dcterms:W3CDTF">2026-04-03T18:19:57Z</dcterms:created>
  <dcterms:modified xsi:type="dcterms:W3CDTF">2026-04-03T18:19:57Z</dcterms:modified>
</cp:coreProperties>
</file>