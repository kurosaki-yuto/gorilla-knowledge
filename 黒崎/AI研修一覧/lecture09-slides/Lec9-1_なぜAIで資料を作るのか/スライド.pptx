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なぜAIで資料を作るのか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PowerPointとの決定的な違い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Lec9-1   |   全社員   |   各10分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従来の資料作成にかかる時間と課題を理解する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AI活用による90%の時間削減を体感する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「作業」から「思考」へのシフトを理解する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資料作成の現実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提案資料1本に3〜5時間。その大半はデザイン調整に費やされている。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時間の使い方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内容を考える: 1〜2時間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デザイン調整: 2〜3時間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修正対応: 1時間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本来あるべき姿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戦略を練る: 3時間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ストーリーを作る: 1時間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仕上げ: 30分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デザインに時間を取られ、本質（何を伝えるか）を考える時間が不足している。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従来のワークフロー：5つのステップ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構成を考える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何をどの順番で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テンプレ選択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デザインの土台探し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内容を書く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テキスト入力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従来のワークフロー（続き）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デザイン調整と修正が最も時間を消費する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デザイン調整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色・フォント・図形の配置を何度も繰り返す（最も時間がかかる）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修正対応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フィードバックのたびにデザインを再調整する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合計所要時間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3〜5時間。場合によっては丸一日かかることも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5つのステップを何度も行ったり来たりして、ようやく1本完成する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AIを活用した新しいワークフロー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やることは基本的に1つ — テーマと要件をAIに伝えるだけ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テーマを伝える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660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構成自動生成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234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デザイン自動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808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AIが最適なスライド構成を自動で提案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プロ品質のレイアウト・配色・画像が自動で適用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所要時間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10〜20分。従来の10分の1以下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80160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従来の5ステップが実質1ステップに集約される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比較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AI（Gamma）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作成時間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10〜20分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テンプレート依存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プロ品質を自動生成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共有方法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ファイル添付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URL共有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修正作業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手動で再編集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プロンプトで即修正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「作業」から「思考」へシフトする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AIがやること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レイアウト、配色、画像選定、テンプレート作業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人間がやること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何を伝えるか、どう伝えるか、提案の本質・戦略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年間300時間削減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月30時間→3時間。約40営業日分を高付加価値業務へ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成果の質が変わる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デザイン力ではなく「伝える力」が武器になる時代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PowerPointのスキルではなく、伝える力が武器になる時代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提案資料1本に3〜5時間。大半がデザイン作業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10〜20分で完成。90%の時間削減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作業→思考へシフト。伝える力が武器になる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Lec9-2 Gammaの基本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Lec9-1: なぜAIで資料を作るのか — PowerPointとの決定的な違い</dc:title>
  <dc:subject>PptxGenJS Presentation</dc:subject>
  <dc:creator>Gorilla Knowledge</dc:creator>
  <cp:lastModifiedBy>Gorilla Knowledge</cp:lastModifiedBy>
  <cp:revision>1</cp:revision>
  <dcterms:created xsi:type="dcterms:W3CDTF">2026-04-04T10:01:46Z</dcterms:created>
  <dcterms:modified xsi:type="dcterms:W3CDTF">2026-04-04T10:01:46Z</dcterms:modified>
</cp:coreProperties>
</file>