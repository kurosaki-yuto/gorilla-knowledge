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Gammaの基本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プロンプト一つで美しい資料が完成するツール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234440" y="1920240"/>
            <a:ext cx="914400" cy="914400"/>
          </a:xfrm>
          <a:prstGeom prst="ellipse">
            <a:avLst/>
          </a:prstGeom>
          <a:solidFill>
            <a:srgbClr val="3B599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1031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9718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プロンプト入力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2148840"/>
            <a:ext cx="320040" cy="3200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383280" y="1920240"/>
            <a:ext cx="914400" cy="914400"/>
          </a:xfrm>
          <a:prstGeom prst="ellipse">
            <a:avLst/>
          </a:prstGeom>
          <a:solidFill>
            <a:srgbClr val="3B5998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2103120"/>
            <a:ext cx="548640" cy="5486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880360" y="29718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アウトライン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自動生成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148840"/>
            <a:ext cx="320040" cy="32004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5532120" y="1920240"/>
            <a:ext cx="914400" cy="914400"/>
          </a:xfrm>
          <a:prstGeom prst="ellipse">
            <a:avLst/>
          </a:prstGeom>
          <a:solidFill>
            <a:srgbClr val="3B5998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2103120"/>
            <a:ext cx="548640" cy="54864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029200" y="29718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確認・調整</a:t>
            </a:r>
            <a:endParaRPr lang="en-US" sz="12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2148840"/>
            <a:ext cx="320040" cy="320040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7680960" y="1920240"/>
            <a:ext cx="914400" cy="914400"/>
          </a:xfrm>
          <a:prstGeom prst="ellipse">
            <a:avLst/>
          </a:prstGeom>
          <a:solidFill>
            <a:srgbClr val="3B5998"/>
          </a:solidFill>
          <a:ln/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0" y="2103120"/>
            <a:ext cx="548640" cy="54864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7178040" y="29718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スライド完成</a:t>
            </a:r>
            <a:endParaRPr lang="en-US" sz="120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3867912"/>
            <a:ext cx="256032" cy="256032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1325880" y="3840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画像も自動で挿入される</a:t>
            </a:r>
            <a:endParaRPr lang="en-US" sz="130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4233672"/>
            <a:ext cx="256032" cy="256032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132588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Webページ形式でURL共有が可能</a:t>
            </a:r>
            <a:endParaRPr lang="en-US" sz="1300" dirty="0"/>
          </a:p>
        </p:txBody>
      </p:sp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4599432"/>
            <a:ext cx="256032" cy="256032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1325880" y="4572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PPTXエクスポートにも対応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/ After 比較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7680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468880"/>
                <a:gridCol w="24688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PowerPoint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Gamma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10スライドの提案資料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3〜5時間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約5分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デザイン品質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テンプレート依存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プロ品質を自動生成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共有方法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ファイル添付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URL共有（Web形式）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修正作業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手動で再編集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プロンプトで即修正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3611880"/>
            <a:ext cx="7680960" cy="1005840"/>
          </a:xfrm>
          <a:prstGeom prst="rect">
            <a:avLst/>
          </a:prstGeom>
          <a:solidFill>
            <a:srgbClr val="E8EEF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7033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3657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入力プロンプト例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463040" y="400507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「中小企業向けAI導入提案書を作成してください。構成：現状の課題、AI活用提案（3つ）、投資対効果、導入スケジュール…」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 2: Gammaの基本</dc:title>
  <dc:subject>PptxGenJS Presentation</dc:subject>
  <dc:creator>AI研修講座</dc:creator>
  <cp:lastModifiedBy>AI研修講座</cp:lastModifiedBy>
  <cp:revision>1</cp:revision>
  <dcterms:created xsi:type="dcterms:W3CDTF">2026-04-03T18:19:57Z</dcterms:created>
  <dcterms:modified xsi:type="dcterms:W3CDTF">2026-04-03T18:19:57Z</dcterms:modified>
</cp:coreProperties>
</file>