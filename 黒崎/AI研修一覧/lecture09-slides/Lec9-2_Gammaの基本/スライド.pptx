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Gammaの基本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プロンプトからスライドを生成する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Lec9-2   |   全社員   |   各10分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Gammaの4ステップでスライドを生成できる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効果的なプロンプトの書き方がわかる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PowerPointとGammaの違いを説明できる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Gammaの4ステップ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-50292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50292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34290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-50292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プロンプト入力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-1371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-50292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テーマを文章で伝える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66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10312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10312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3"/>
          <p:cNvSpPr/>
          <p:nvPr/>
        </p:nvSpPr>
        <p:spPr>
          <a:xfrm>
            <a:off x="294894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10312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アウトライン生成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246888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10312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構成を自動提案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70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70916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70916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hape 19"/>
          <p:cNvSpPr/>
          <p:nvPr/>
        </p:nvSpPr>
        <p:spPr>
          <a:xfrm>
            <a:off x="555498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214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0916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確認・調整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507492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70916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構成を微調整</a:t>
            </a:r>
            <a:endParaRPr lang="en-US" sz="16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2423160"/>
            <a:ext cx="182880" cy="18288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3152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31520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Shape 25"/>
          <p:cNvSpPr/>
          <p:nvPr/>
        </p:nvSpPr>
        <p:spPr>
          <a:xfrm>
            <a:off x="816102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8180" y="1554480"/>
            <a:ext cx="365760" cy="3657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3152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スライド完成</a:t>
            </a:r>
            <a:endParaRPr lang="en-US" sz="1800" dirty="0"/>
          </a:p>
        </p:txBody>
      </p:sp>
      <p:sp>
        <p:nvSpPr>
          <p:cNvPr id="36" name="Shape 27"/>
          <p:cNvSpPr/>
          <p:nvPr/>
        </p:nvSpPr>
        <p:spPr>
          <a:xfrm>
            <a:off x="76809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73152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デザイン自動生成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Gammaの使い方：画面操作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gamma.app にアクセスして始める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gamma.app にアクセス → Googleアカウントでログイン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「Create new」→「Presentation」を選択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0632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71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プロンプトを入力して「Generate」をクリック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79476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79476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71800" y="37947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アウトラインを確認 →「Continue」でスライド生成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466344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754880"/>
            <a:ext cx="228600" cy="2286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80160" y="4663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アカウント作成からスライド完成まで、初回でも10分で到達可能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入力プロンプトの例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テーマ・構成・スライド数・トーンを指定するのがポイント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中小企業向けAI導入提案書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構成指定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現状の課題 → AI活用提案3つ → 投資対効果 → スケジュール → 事例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0632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ビジネスフォーマル、10スライド程度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114800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8016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指定が具体的なほど、Gammaの出力品質が上がる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vs Gamma 比較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10スライド提案資料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3〜5時間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約5分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デザイン品質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テンプレート依存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プロ品質を自動生成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共有方法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8" name="Text 26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ファイル添付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URL共有（Web形式）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修正作業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手動で再編集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プロンプトで即修正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Gammaの注意点と活用のコツ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45720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14300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2344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無料プランの制限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783080" y="1435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月の生成回数に上限あり。本格利用はPro版（月$10〜）を検討。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2194560"/>
            <a:ext cx="4572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2286000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77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言語の精度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783080" y="2578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日本語対応だが英語の方が精度が高い場合も。試しに英語入力も。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85800" y="3337560"/>
            <a:ext cx="45720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3429000"/>
            <a:ext cx="548640" cy="5486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5204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3383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共有はURL推奨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783080" y="3721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PPTXエクスポートも可能だが、デザイン再現性はURL共有が優秀。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Lec9-2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Gammaとは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プロンプトからスライドを自動生成するAIツール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4ステップ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 → アウトライン → 確認 → 完成（約5分）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テーマ・構成・トーンを具体的に指定するほど品質UP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次の動画: Lec9-3 Claude + Gamma連携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Lec9-2: Gammaの基本 — プロンプトからスライドを生成する</dc:title>
  <dc:subject>PptxGenJS Presentation</dc:subject>
  <dc:creator>Gorilla Knowledge</dc:creator>
  <cp:lastModifiedBy>Gorilla Knowledge</cp:lastModifiedBy>
  <cp:revision>1</cp:revision>
  <dcterms:created xsi:type="dcterms:W3CDTF">2026-04-04T10:01:46Z</dcterms:created>
  <dcterms:modified xsi:type="dcterms:W3CDTF">2026-04-04T10:01:46Z</dcterms:modified>
</cp:coreProperties>
</file>