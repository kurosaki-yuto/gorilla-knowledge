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最後のPart 5では、この講座全体を振り返り、学んだ内容を整理していきます。Part 1では、なぜAIで資料を作るのかを考えました。従来のPowerPointでの資料作成には3時間から5時間かかっていたものが、AIを使えば10分から20分に短縮できること。そして単に速くなるだけでなく、人間の仕事が「作業」から「思考」へシフトすることを学びました。Part 2では、プロンプトからスライドを生成するツール「Gamma」の基本を学びました。Part 3では、ClaudeとGammaを連携させることで、内容の質もデザインの質も高い資料が作れるワークフローを習得しました。Part 4の実践ハンズオンでは、皆さん自身の業務テーマで実際に資料を作る体験をしていただきました。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資料作成による時間削減効果をまとめます。提案資料は、従来3時間から5時間かかっていたものが、10分から20分に短縮されます。社内報告資料は、1時間から2時間が5分から10分に。企画書は、半日から1日かかっていたものが、20分から30分に。仮に月に提案資料を4本、社内報告を8本、企画書を2本作るとすると、従来は月30時間以上かかっていた作業が、AIを使えば3時間程度に短縮されます。年間に換算すると、実に300時間以上の削減です。これは約40営業日分に相当します。つまり、約2ヶ月分の労働時間を、より価値の高い仕事に充てられる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ここで、Zone C全体を振り返りましょう。Zone Cでは「AIによるコンテンツ制作」をテーマに、3つの領域を学んできました。1つ目は画像生成。DALL-EやMidjourneyを使って、テキストから高品質な画像を生成する方法を学びました。プレゼン資料の挿入画像やSNS投稿用の画像など、さまざまな場面で活用できます。2つ目は動画制作。RunwayやHeyGenを使って、テキストや画像から動画を生成する方法を学びました。製品デモや説明動画の作成が劇的に効率化されます。そして3つ目が、今回の資料作成。ClaudeとGammaを組み合わせて、提案資料やプレゼンを効率的に作る方法を学びました。これら3つの領域すべてにおいて、AIがコンテンツ制作を加速する時代が到来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者の皆さんからよくいただく質問にお答えします。まず「Gammaは無料で使えますか？」という質問。はい、基本的な機能は無料で使えます。ただし、月の生成回数に制限があるため、頻繁に使う場合はPro版への切り替えを検討してください。次に「PowerPoint形式でエクスポートできますか？」。はい、可能です。ただし、GammaのWeb形式のまま URLで共有する方が、デザインの再現性も高く、相手も開きやすいのでおすすめです。「Claude単体でスライドは作れないのですか？」という質問もよくいただきます。Claude自体にもアーティファクト機能があり、簡単なスライド風の出力は可能です。しかし、デザインの品質や操作性を考えると、本格的な提案資料にはGammaとの連携が圧倒的に有利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れでは、今回の宿題をお伝えします。自分の業務テーマで、提案資料を1つ完成させてください。必ずClaude、Gammaの流れで作成してください。まずClaudeに構成と内容を依頼し、その出力をGammaに貼り付けてスライドを生成します。作った資料のURLを、次回の講座までに提出してください。GammaのURL共有機能を使えば、リンクをコピーするだけで提出できます。資料のテーマは自由ですが、Part 3で学んだ3つのポイントを意識してください。つまり、対象者を明確にすること、目的を伝えること、そして制約を指定すること。この3つをClaudeにしっかり伝えることが、質の高い資料を作るカギです。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座の最も大切なメッセージを、もう一度お伝えします。AIが作業を担い、人間は「何を伝えるか」に集中する時代が来ました。レイアウト、配色、画像選定。これらはすべてAIに任せてください。皆さんがやるべきことは、相手の課題を理解し、最適な解決策を提案し、その価値を伝えることです。そのためのツールとして、ClaudeとGammaの組み合わせは非常に強力です。ぜひ今日から実務で使ってみてください。リンクはスライドに記載しています。Gammaはgamma.app、Claudeはclaude.aiです。それでは、宿題の提出をお待ちしています。お疲れ様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この講座の振り返り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651760"/>
            <a:ext cx="18288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AI資料作成の時間削減効果とZone C全体の振り返り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AI資料作成の時間削減効果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提案資料：3〜5時間 → 10〜20分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社内報告資料：1〜2時間 → 5〜10分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企画書：半日〜1日 → 20〜30分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年間で数百時間の削減が可能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Zone C 全体の振り返り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画像生成：DALL-E / Midjourney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動画制作：Runway / HeyGen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資料作成：Claude + Gamma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すべてのコンテンツ制作がAIで加速する時代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よくある質問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Q. Gammaは無料で使える？ → 基本無料、高度な機能はPro版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Q. PPTXエクスポートできる？ → 可能、ただしURL共有が推奨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Q. Claude単体でスライドは作れない？ → 簡単な資料なら可能、深い提案はClaude+Gammaが最強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宿題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自分の業務テーマで提案資料を1つ完成させる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→ Gammaの流れで作成する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作った資料のURLを次回までに提出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ポイント：対象者・目的・制約を明確にする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まとめと次回予告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37160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AIが「作業」を担い、人間は「何を伝えるか」に集中する時代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+ Gamma で提案資料を10分で完成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リンク：Gamma → gamma.app / Claude → claude.ai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Lec9-5 まとめ</dc:title>
  <dc:subject>PptxGenJS Presentation</dc:subject>
  <dc:creator>LMS Pipeline</dc:creator>
  <cp:lastModifiedBy>LMS Pipeline</cp:lastModifiedBy>
  <cp:revision>1</cp:revision>
  <dcterms:created xsi:type="dcterms:W3CDTF">2026-04-04T02:00:21Z</dcterms:created>
  <dcterms:modified xsi:type="dcterms:W3CDTF">2026-04-04T02:00:21Z</dcterms:modified>
</cp:coreProperties>
</file>