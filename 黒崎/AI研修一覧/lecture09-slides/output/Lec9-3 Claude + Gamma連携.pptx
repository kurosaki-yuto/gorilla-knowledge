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3では、ClaudeとGammaを連携させるワークフローを学びます。前のPartで、Gammaに直接プロンプトを入れてスライドを作る方法を学びました。しかし、Gammaはあくまでスライドを「見た目よく作る」ことに特化したツールです。内容の論理性や具体性には限界があります。例えば、「AI導入の投資対効果」というスライドを作る場合、Gammaは一般的な情報でそれらしい内容を生成しますが、具体的な数字や独自の分析は入りません。ここでClaudeの出番です。Claudeは論理的な構成力と、内容を深掘りする能力に優れています。つまり、Claudeで内容を練り、Gammaでビジュアル化する。この組み合わせが最強なの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連携ワークフローは3つのステップで構成されます。ステップ1、Claudeに資料の構成と内容を依頼します。テーマ、対象者、目的を明確に伝え、スライドごとの詳細な内容を出力してもらいます。ここがこのワークフローで最も重要な部分です。ステップ2、Claudeが出力したテキストをGammaに貼り付けます。Gammaの作成画面で「Paste in text」というオプションを選択し、Claudeの出力をそのまま貼り付けます。するとGammaがテキストを分析して、アウトラインを自動で構成してくれます。ステップ3、生成されたスライドを確認し、必要に応じて微調整します。画像の差し替えやレイアウトの調整をここで行います。この3ステップで、内容の質もデザインの質も高い資料が完成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ステップ1をもう少し詳しく見てみましょう。Claudeに依頼するときのポイントは、具体性です。例えば、こんなプロンプトを入力します。「製造業の中堅企業に向けた、AI導入の提案資料を作りたい。対象は工場長クラス。目的は次回の予算会議で承認を得ること。10スライド程度で、各スライドにタイトル、3つのポイント、補足説明をつけてください。特に投資対効果の試算は具体的な数字を入れてほしい」。このように、テーマだけでなく、対象者、目的、構成の形式まで伝えることで、Claudeはより的確な内容を生成してくれます。Claudeの出力は、そのままGammaに貼り付けられる形式になりますので、コピー&amp;ペーストするだけ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ステップ2と3の具体的な操作を説明します。Gammaを開いて「Create new」、「Presentation」を選択した後、入力方法の選択画面で「Paste in text」を選びます。ここにClaudeが生成したテキストをそのまま貼り付けます。Gammaがテキストの内容を分析して、スライドのアウトラインを自動で構成してくれます。アウトラインが表示されたら、スライドの順番や構成を確認します。不要なスライドは削除、足りないスライドは追加できます。問題なければ「Continue」をクリックして、スライドを生成します。生成されたスライドには画像が自動で挿入されていますが、テーマに合わない場合はGammaの編集画面から差し替えができます。レイアウトやフォントの調整も、クリックするだけで簡単に行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への指示の出し方で、資料の質が大きく変わります。3つのポイントを覚えておいてください。1つ目は、対象者を明確にすることです。業種は何か、役職はどのレベルか、今どんな課題を抱えているか。「製造業の工場長で、人手不足に悩んでいる」と伝えるだけで、Claudeの出力の焦点が全く変わります。2つ目は、目的を伝えることです。この資料で受注を取りたいのか、社内承認を得たいのか、単に情報共有したいのか。目的によって、資料の構成や強調すべきポイントが異なります。3つ目は、制約を指定することです。スライド数は何枚か、トーンはフォーマルかカジュアルか、必ず入れたい数字や事例はあるか。これら3つのポイントをClaudeに伝えるだけで、出力の質が劇的に向上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に、実際に使えるプロンプトの例をお見せします。Claudeに次のように入力します。「小売業のクライアント向けに、DX推進の提案資料を作りたい。対象は経営企画部長。目的は次回の役員会で導入承認を得ること。8スライド程度、フォーマルなトーンで。必ず含めてほしいのは、現状の業界課題、DXによる解決策を3つ、ROI試算（3年間の投資対効果）、導入スケジュール、成功事例。各スライドにタイトル、ポイント3つ、補足説明をつけてください」。このプロンプトには、先ほどの3つのポイント、つまり対象者、目的、制約がすべて含まれています。Claudeの出力をGammaに貼り付ければ、説得力のある提案資料が10分で完成します。次のPart 4では、実際に皆さん自身の業務テーマで資料を作る実践ハンズオンを行います。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なぜClaudeと連携するのか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2651760"/>
            <a:ext cx="1828800" cy="36576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Claudeで内容を練り、Gammaでビジュアル化する2ステップワークフロー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ワークフロー全体像：3ステップ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13716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371600"/>
            <a:ext cx="7040880" cy="3017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1：Claudeに構成と内容を依頼する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2：Claudeの出力をGammaに貼り付ける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3：生成されたスライドを確認・微調整する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0" y="50566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1：Claudeへの依頼方法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13716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371600"/>
            <a:ext cx="7040880" cy="3017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テーマと背景を具体的に伝える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スライドごとの内容を出力してもらう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「各スライドにタイトル、3つのポイント、補足説明をつけて」と構成を指定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0" y="50566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2-3：GammaでのP処理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13716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371600"/>
            <a:ext cx="7040880" cy="3017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Gammaで「Paste in text」を選択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Claudeの出力をそのまま貼り付け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アウトラインを確認して生成実行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画像やレイアウトを必要に応じて調整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259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6347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0" y="50566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Claudeへの指示で質が変わる3つのポイント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13716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371600"/>
            <a:ext cx="7040880" cy="3017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対象者を明確にする（業種、役職、課題感）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目的を伝える（受注、承認、情報共有）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制約を指定する（スライド数、トーン、必須項目）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0" y="50566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実際のプロンプト例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554480"/>
            <a:ext cx="1371600" cy="27432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200000"/>
              </a:lnSpc>
              <a:spcBef>
                <a:spcPts val="400"/>
              </a:spcBef>
              <a:buSzPct val="100000"/>
              <a:buChar char="✓"/>
            </a:pPr>
            <a:r>
              <a:rPr lang="en-US" sz="1800" dirty="0">
                <a:solidFill>
                  <a:srgbClr val="CCCC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テーマ：クライアント向けDX推進提案</a:t>
            </a:r>
            <a:endParaRPr lang="en-US" sz="1800" dirty="0"/>
          </a:p>
          <a:p>
            <a:pPr marL="342900" indent="-342900">
              <a:lnSpc>
                <a:spcPct val="200000"/>
              </a:lnSpc>
              <a:spcBef>
                <a:spcPts val="400"/>
              </a:spcBef>
              <a:buSzPct val="100000"/>
              <a:buChar char="✓"/>
            </a:pPr>
            <a:r>
              <a:rPr lang="en-US" sz="1800" dirty="0">
                <a:solidFill>
                  <a:srgbClr val="CCCC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対象：小売業の経営企画部長</a:t>
            </a:r>
            <a:endParaRPr lang="en-US" sz="1800" dirty="0"/>
          </a:p>
          <a:p>
            <a:pPr marL="342900" indent="-342900">
              <a:lnSpc>
                <a:spcPct val="200000"/>
              </a:lnSpc>
              <a:spcBef>
                <a:spcPts val="400"/>
              </a:spcBef>
              <a:buSzPct val="100000"/>
              <a:buChar char="✓"/>
            </a:pPr>
            <a:r>
              <a:rPr lang="en-US" sz="1800" dirty="0">
                <a:solidFill>
                  <a:srgbClr val="CCCC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目的：次回の役員会で導入承認を得る</a:t>
            </a:r>
            <a:endParaRPr lang="en-US" sz="1800" dirty="0"/>
          </a:p>
          <a:p>
            <a:pPr marL="342900" indent="-342900">
              <a:lnSpc>
                <a:spcPct val="200000"/>
              </a:lnSpc>
              <a:spcBef>
                <a:spcPts val="400"/>
              </a:spcBef>
              <a:buSzPct val="100000"/>
              <a:buChar char="✓"/>
            </a:pPr>
            <a:r>
              <a:rPr lang="en-US" sz="1800" dirty="0">
                <a:solidFill>
                  <a:srgbClr val="CCCC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制約：8スライド、フォーマル、ROI試算必須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Lec9-3 Claude + Gamma連携</dc:title>
  <dc:subject>PptxGenJS Presentation</dc:subject>
  <dc:creator>LMS Pipeline</dc:creator>
  <cp:lastModifiedBy>LMS Pipeline</cp:lastModifiedBy>
  <cp:revision>1</cp:revision>
  <dcterms:created xsi:type="dcterms:W3CDTF">2026-04-04T02:00:21Z</dcterms:created>
  <dcterms:modified xsi:type="dcterms:W3CDTF">2026-04-04T02:00:21Z</dcterms:modified>
</cp:coreProperties>
</file>