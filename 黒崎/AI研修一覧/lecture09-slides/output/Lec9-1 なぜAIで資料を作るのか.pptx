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皆さん、こんにちは。この講座では、AIを使ったプレゼン資料作成について学んでいきます。テーマは「なぜAIで資料を作るのか」です。皆さんは普段、提案資料や報告書をどのように作っていますか？おそらく多くの方がPowerPointを開いて、構成を考え、テンプレートを選び、内容を書き、デザインを調整し、何度も修正を繰り返しているのではないでしょうか。この講座を終える頃には、その作業の大部分をAIに任せられるようになります。それでは始めていき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、資料作成の現実を見てみましょう。ある調査によると、ビジネスパーソンが提案資料を1本作るのに平均3時間から5時間かかっています。月に4本作れば、それだけで20時間以上です。しかも、その時間の多くはデザインや体裁の調整に使われています。フォントサイズを揃えたり、図形の位置を合わせたり、色のバランスを整えたり。本来最も大切な「何を伝えるか」「相手にどう響かせるか」という内容を練る時間が、どんどん圧迫されていくのです。これは非常にもったいない状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従来の資料作成ワークフローを改めて整理してみましょう。まずステップ1、全体の構成を考えます。何をどの順番で伝えるか。ステップ2、テンプレートを選びます。会社のテンプレートがあればそれを使い、なければゼロから探します。ステップ3、各スライドに内容を書き込んでいきます。ステップ4、デザインを調整します。色、フォント、図形の配置、画像の選定。ここが最も時間がかかるポイントです。そしてステップ5、上司やチームのフィードバックを受けて修正を繰り返します。この5つのステップを何度も行ったり来たりして、ようやく1つの資料が完成します。合計で3時間から5時間。場合によっては丸一日かかることも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、AIを活用するとどうなるでしょうか。ワークフローは劇的にシンプルになります。やることは基本的に1つだけ。テーマと要件をAIに伝えることです。「中小企業向けのAI導入提案書を作って。構成は現状の課題、AI活用提案、投資対効果、導入スケジュールで」。これだけで、構成が自動で生成され、デザインも自動で仕上がります。所要時間は10分から20分。従来の10分の1以下です。しかも、プロのデザイナーが作ったかのような美しい仕上がりになります。もちろん、完全にAI任せではなく、出力された内容を確認して微調整することは必要です。しかし、ゼロから作るのと比べれば、圧倒的に効率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Before/Afterを具体的に比較してみましょう。まず時間。10スライドの提案資料を作る場合、PowerPointでは3時間から5時間かかっていたものが、AIでは10分から20分です。次にデザイン品質。PowerPointではテンプレートの質に依存していましたが、AIツールではプロ品質のデザインが自動で生成されます。共有方法も変わります。PowerPointではファイルを添付してメールで送っていましたが、AIツールではURLを共有するだけ。相手はブラウザで即座に閲覧できます。そして修正作業。PowerPointでは手動でスライドを開いて一つ一つ修正していましたが、AIでは「3枚目のスライドの数字をもっと具体的にして」とプロンプトを入力するだけで、即座に修正されます。あらゆる面で、AIの方が効率的な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最も重要なポイントをお伝えします。AIの導入は、単に時間を節約するだけではありません。仕事の質そのものが変わるのです。これまで資料作成の大部分を占めていたのは「作業」でした。レイアウトを整える、色を合わせる、画像を探す。これらはすべてAIが担います。では人間は何をするのか。「何を伝えるか」「どう伝えるか」という、本来最も重要な部分に集中できるのです。提案の論理は筋が通っているか。相手の課題にちゃんと刺さっているか。具体的な数字や事例は入っているか。こうした「思考」の部分こそが、人間の本当の価値です。もはやPowerPointの操作スキルではなく、伝える力が武器になる時代が来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のまとめです。AI資料作成を導入することで、約90パーセントの時間削減が可能になります。3時間から5時間が、10分から20分に。そして単に速くなるだけでなく、人間の仕事の質が変わります。デザインやレイアウトといった作業はAIに任せ、人間は戦略と内容という本質に集中できるようになります。次のPart 2では、実際にプロンプトからスライドを生成できるツール「Gamma」の基本的な使い方を紹介します。プロンプト1つで美しい資料が完成する体験を、ぜひ楽しみにしてください。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なぜAIで資料を作るのか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2651760"/>
            <a:ext cx="1828800" cy="3657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PowerPointとの違いを理解し、AIによる資料作成の圧倒的な効率を体感する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資料作成の現実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提案資料1本に3〜5時間かかる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月間20時間以上を資料作成に費やしている人も多い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デザインや体裁に時間を取られ、内容を練る時間が足りない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従来のワークフロー：5つのステップ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構成を考える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テンプレートを選ぶ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内容を書く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デザインを調整する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34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AIを活用した新しいワークフロー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テーマと要件を伝える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構成が自動で生成される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デザインも自動で仕上がる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所要時間：10〜20分で完成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34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/ After 比較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提案資料：3〜5時間 → 10〜20分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デザイン：テンプレート依存 → プロ品質を自動生成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共有：ファイル添付 → URL共有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修正：手動で再編集 → プロンプトで即修正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34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「作業」から「思考」へシフトする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AIがやること：レイアウト、配色、画像選定、テンプレート作業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人間がやること：何を伝えるか、どう伝えるか、提案の本質・戦略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PowerPointのスキルではなく、伝える力が武器になる時代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1 まとめ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1371600" cy="274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AI資料作成で90%の時間削減が可能</a:t>
            </a:r>
            <a:endParaRPr lang="en-US" sz="1800" dirty="0"/>
          </a:p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作業はAIに任せ、人間は戦略と内容に集中</a:t>
            </a:r>
            <a:endParaRPr lang="en-US" sz="1800" dirty="0"/>
          </a:p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次のPartでは具体的なツール「Gamma」を紹介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Lec9-1 なぜAIで資料を作るのか</dc:title>
  <dc:subject>PptxGenJS Presentation</dc:subject>
  <dc:creator>LMS Pipeline</dc:creator>
  <cp:lastModifiedBy>LMS Pipeline</cp:lastModifiedBy>
  <cp:revision>1</cp:revision>
  <dcterms:created xsi:type="dcterms:W3CDTF">2026-04-04T02:00:19Z</dcterms:created>
  <dcterms:modified xsi:type="dcterms:W3CDTF">2026-04-04T02:00:19Z</dcterms:modified>
</cp:coreProperties>
</file>