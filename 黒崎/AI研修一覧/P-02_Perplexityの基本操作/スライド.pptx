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Perplexityの基本操作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はじめてのAI検索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Perplexityにアクセスして基本検索ができる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回答の出典（Citation）を確認してファクトチェックできる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フォローアップ質問で対話的に深掘りできる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Perplexityへのアクセス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48640"/>
          </a:xfrm>
          <a:prstGeom prst="rect">
            <a:avLst>
              <a:gd name="adj" fmla="val 8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144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</a:t>
            </a:r>
            <a:endParaRPr lang="en-US" sz="2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691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アカウント不要 — Quick Search無制限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無料版でPro Search・Deep Research各5回/日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14400" y="2926080"/>
            <a:ext cx="2286000" cy="914400"/>
          </a:xfrm>
          <a:prstGeom prst="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144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144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Search無制限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29000" y="2926080"/>
            <a:ext cx="22860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290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290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4290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Search無制限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43600" y="2926080"/>
            <a:ext cx="22860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436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$200/月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9436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全機能+Computer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画面の見方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914400"/>
            <a:ext cx="18288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91440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0972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検索バー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画面中央の入力欄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自然な文章で質問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51760" y="914400"/>
            <a:ext cx="18288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51760" y="91440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0972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Focus切替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74320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Academic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/ YouTube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663440" y="914400"/>
            <a:ext cx="18288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63440" y="91440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0972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6344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モデル選択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75488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使用AIモデルを選択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デフォルトでOK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675120" y="914400"/>
            <a:ext cx="18288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675120" y="91440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0972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76656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自分専用の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ナレッジベース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" y="310896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30" name="Text 24"/>
          <p:cNvSpPr/>
          <p:nvPr/>
        </p:nvSpPr>
        <p:spPr>
          <a:xfrm>
            <a:off x="960120" y="3108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キーワードだけでもOKですが、文章で質問するとより的確な回答が返ります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基本検索をやってみよう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88720" y="1097280"/>
            <a:ext cx="2011680" cy="4572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検索バーに入力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097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097280"/>
            <a:ext cx="2011680" cy="4572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Enterで送信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097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011680" cy="457200"/>
          </a:xfrm>
          <a:prstGeom prst="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回答が生成される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71600" y="2011680"/>
            <a:ext cx="6400800" cy="731520"/>
          </a:xfrm>
          <a:prstGeom prst="rect">
            <a:avLst>
              <a:gd name="adj" fmla="val 37500"/>
            </a:avLst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2024年のAI業界の主要トレンドを5つ教えてください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20040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2004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実演動画（33秒）: AIがリアルタイムでWebを検索し、出典付きで回答を生成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回答画面の読み方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914400"/>
            <a:ext cx="237744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出典番号 [1][2][3]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回答文中の番号。クリックで元サイトに飛べる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83280" y="914400"/>
            <a:ext cx="237744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51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ソースカード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044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回答上部に参照元サイトがカード形式で表示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89320" y="914400"/>
            <a:ext cx="2377440" cy="1645920"/>
          </a:xfrm>
          <a:prstGeom prst="rect">
            <a:avLst>
              <a:gd name="adj" fmla="val 277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51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関連質問の提案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2648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回答下にAIがおすすめの追加質問を提案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" y="292608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2" name="Text 17"/>
          <p:cNvSpPr/>
          <p:nvPr/>
        </p:nvSpPr>
        <p:spPr>
          <a:xfrm>
            <a:off x="960120" y="2926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出典番号 = Perplexity最大の強み。情報の信頼性を自分で確認できる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出典をクリックしてファクトチェック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960120"/>
            <a:ext cx="201168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出典番号をクリック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960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960120"/>
            <a:ext cx="201168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元サイトが開く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9601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011680" cy="411480"/>
          </a:xfrm>
          <a:prstGeom prst="rect">
            <a:avLst>
              <a:gd name="adj" fmla="val 11111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情報を確認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1645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AIにはハルシネーション（もっともらしい不正確情報）のリスクがある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2588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数字・データ・法的情報は必ず元ソースで確認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信頼性が高いソースを優先: 官公庁 &gt; 大手メディア &gt; 論文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4" name="Text 19"/>
          <p:cNvSpPr/>
          <p:nvPr/>
        </p:nvSpPr>
        <p:spPr>
          <a:xfrm>
            <a:off x="960120" y="3383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 = 安心 ではない。重要情報は必ず元サイトで裏取りしよう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フォローアップ質問で深掘り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「中小企業がAIを業務に導入するための具体的なステップを教えてください」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「その中で日本企業に最も影響があるのはどれですか？」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26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前の回答の文脈を引き継ぐから「その中で」が通じる = 対話型検索の力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65760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57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実演動画（52秒）: 同じスレッド内でフォローアップ質問する様子をご覧ください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検索のコツ(1) 具体的に聞く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2286000" cy="502920"/>
          </a:xfrm>
          <a:prstGeom prst="rect">
            <a:avLst>
              <a:gd name="adj" fmla="val 9091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「AI」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4680" y="914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94760" y="914400"/>
            <a:ext cx="45720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914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「営業部門でメール対応を効率化するAI活用法」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1874520"/>
            <a:ext cx="109728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営業部門、新入社員、経営者...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2468880"/>
            <a:ext cx="109728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2423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メール効率化、研修設計、市場調査...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063240"/>
            <a:ext cx="109728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どのように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4884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ステップ形式で、具体例付きで...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6576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曖昧な質問には曖昧な回答、具体的な質問には具体的な回答。AI検索の鉄則。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検索のコツ(2) 比較・まとめを頼む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914400"/>
            <a:ext cx="6400800" cy="548640"/>
          </a:xfrm>
          <a:prstGeom prst="rect">
            <a:avLst>
              <a:gd name="adj" fmla="val 50000"/>
            </a:avLst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SlackとTeamsの違いを表形式で比較して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237744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9202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表形式で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比較表をそのまま資料に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83280" y="1828800"/>
            <a:ext cx="237744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202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箇条書きで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044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ポイントを整理して把握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89320" y="1828800"/>
            <a:ext cx="237744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202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8932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3つに絞って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12648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情報量をコントロール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24" name="Text 19"/>
          <p:cNvSpPr/>
          <p:nvPr/>
        </p:nvSpPr>
        <p:spPr>
          <a:xfrm>
            <a:off x="960120" y="33832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出力形式を指定すると、そのまま資料にコピーして使える回答が返ります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-- 3つのキーポイント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914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にアクセスするだけで、出典付きのAI検索ができる（Quick Search無制限）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554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7373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出典番号をクリックして、重要な情報は必ずファクトチェック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3774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フォローアップ質問で、対話的に情報を深掘りできる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74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+α: 具体的に聞く &amp; 比較・まとめを頼む で回答精度アップ！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修了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次回: P-03 高度な検索テクニック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 / Deep Research / Spaces / プロンプトの工夫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Perplexityの基本操作 -- はじめてのAI検索</dc:title>
  <dc:subject>PptxGenJS Presentation</dc:subject>
  <dc:creator>Gorilla Knowledge</dc:creator>
  <cp:lastModifiedBy>Gorilla Knowledge</cp:lastModifiedBy>
  <cp:revision>1</cp:revision>
  <dcterms:created xsi:type="dcterms:W3CDTF">2026-04-01T08:48:33Z</dcterms:created>
  <dcterms:modified xsi:type="dcterms:W3CDTF">2026-04-01T08:48:33Z</dcterms:modified>
</cp:coreProperties>
</file>