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AIエージェント開発入門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ノーコードで自社エージェントを作る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AI-204   |   全社員   |   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AIエージェントの作り方の全体像を理解できる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ノーコード・ローコードツールで作れることを知る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良いエージェント設計のポイントを押さえる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エージェント開発とは？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AIに「役割」「ツール」「ルール」を設定し、自律的に業務を遂行させること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プロンプトだけ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毎回指示を書く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1回きりの回答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ツール連携なし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エージェント開発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役割とルールを事前設定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自律的に繰り返し実行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外部ツールと連携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エージェント開発はプログラミング不要。設定画面で作れるツールが充実している。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エージェントの3つの構成要素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ロール（役割）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AIが演じる専門家の役割を定義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ツール（能力）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使える外部サービスやAPIを接続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ルール（制約）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やっていいこと・ダメなことを設定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ノーコードで作れるツール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プログラミング不要でAIエージェントを構築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GPTs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会話形式でカスタムAIを作成。社内知識を学習させられる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Projects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ファイルや指示を事前設定。チーム共有も可能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ノーコードでAIワークフローを構築。ツール連携も簡単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14800"/>
            <a:ext cx="228600" cy="2286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8016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IT部門でなくても、誰でもエージェントが作れる時代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ローコード・コードで作れるツール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より高度なカスタマイズが必要な場合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GUIで業務フロー構築。M365と深い連携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エージェントをコードで自由に設計・制御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ターミナルからAIに開発全体を任せられる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14800"/>
            <a:ext cx="228600" cy="2286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8016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より複雑な業務にはローコード/コードベースが有効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良いエージェント設計のコツ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5つのポイントを押さえれば品質が大きく変わる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役割を明確に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「あなたは経費精算の専門家です」と具体的に定義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範囲を限定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1エージェント=1業務。欲張らない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禁止事項を設定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「個人情報は外部送信しない」等のルールを明記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3931920"/>
            <a:ext cx="3657600" cy="45720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2336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8872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シンプルなエージェントほど安定して動く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作ってみよう！簡単エージェント例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メール返信AI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メール内容を分析し適切な返信案を作成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議事録作成AI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会議音声を要約し議事録フォーマットに整形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FAQボットAI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社内規程を参照し質問に即時回答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レポート生成AI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データを集計し定型レポートを自動作成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8"/>
          <p:cNvSpPr/>
          <p:nvPr/>
        </p:nvSpPr>
        <p:spPr>
          <a:xfrm>
            <a:off x="960120" y="4160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まずは「定型×繰り返し」の業務からエージェント化しよう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開発ツール比較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難易度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おすすめ対象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GPTs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とても簡単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低〜中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初めてAIを作る人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簡単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中〜高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ワークフローを組みたい人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6" name="Text 34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8" name="Text 36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M365環境の企業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SDK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33172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33172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やや高い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37388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37388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非常に高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1604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41604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開発チーム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エージェント開発の注意点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テストを十分に行う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想定外の入力でどう動くか事前に確認。本番投入前にテスト。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アクセス権限の設計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578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エージェントが触れるデータ・システムの範囲を明確に定義。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337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429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20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運用体制を決める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721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誰が管理するか、問題発生時の対応フローを事前に決定。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構成要素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ロール（役割）+ ツール（能力）+ ルール（制約）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開発ツール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 / Dify / Copilot Studio（ノーコード可）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設計のコツ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役割明確・範囲限定・禁止事項設定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703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テスト・アクセス権限・運用体制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次のステップ: 実際にエージェントを作ってみよう！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AI-204: AIエージェント開発入門 — ノーコードで自社エージェントを作る</dc:title>
  <dc:subject>PptxGenJS Presentation</dc:subject>
  <dc:creator>Gorilla Knowledge</dc:creator>
  <cp:lastModifiedBy>Gorilla Knowledge</cp:lastModifiedBy>
  <cp:revision>1</cp:revision>
  <dcterms:created xsi:type="dcterms:W3CDTF">2026-03-19T15:34:16Z</dcterms:created>
  <dcterms:modified xsi:type="dcterms:W3CDTF">2026-03-19T15:34:16Z</dcterms:modified>
</cp:coreProperties>
</file>