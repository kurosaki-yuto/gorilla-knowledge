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AI資料作成の効果とZone C振り返り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   |   全社員   |   各10分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AI資料作成の時間削減効果を具体的に説明できる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C全体のツール連携を体系的に理解できる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宿題の内容と提出方法がわかる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AI資料作成の時間削減効果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After（Claude+Gamma）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10〜20分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社内報告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1〜2時間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5〜10分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半日〜1日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年間合計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360時間以上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約36時間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全体の振り返り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/ HeyGen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よくある質問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Gammaは無料？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基本無料。月の生成回数に制限あり。本格利用はPro版（月$10〜）。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PPTXエクスポートは？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可能。ただしデザイン再現性はURL共有の方が優秀。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Claude単体では？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簡単な資料ならOK。深い提案はClaude+Gammaの組み合わせが最強。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自分のテーマで作成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業務に関連する提案資料を1つ完成させる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Claude→Gammaで作成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必ず連携ワークフローを使う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URLを提出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GammaのURL共有で次回までに提出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3つのポイント意識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対象者・目的・制約を必ず指定する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提出された資料は次回フィードバックします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この講座のまとめ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AIが作業を担い、人間は「何を伝えるか」に集中する時代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 で提案資料を10分で完成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→ gamma.app / Claude → claude.ai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Lec9-5: まとめ — AI資料作成の効果とZone C振り返り</dc:title>
  <dc:subject>PptxGenJS Presentation</dc:subject>
  <dc:creator>Gorilla Knowledge</dc:creator>
  <cp:lastModifiedBy>Gorilla Knowledge</cp:lastModifiedBy>
  <cp:revision>1</cp:revision>
  <dcterms:created xsi:type="dcterms:W3CDTF">2026-04-04T10:01:46Z</dcterms:created>
  <dcterms:modified xsi:type="dcterms:W3CDTF">2026-04-04T10:01:46Z</dcterms:modified>
</cp:coreProperties>
</file>