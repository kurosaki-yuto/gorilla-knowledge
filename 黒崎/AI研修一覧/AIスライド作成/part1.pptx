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なぜAIで資料を作るのか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840480" cy="2926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従来のやり方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31089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構成を考える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31089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テンプレートを選ぶ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1089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内容を書く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31089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デザインを調整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31089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修正を繰り返す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3840480" cy="2926080"/>
          </a:xfrm>
          <a:prstGeom prst="rect">
            <a:avLst/>
          </a:prstGeom>
          <a:solidFill>
            <a:srgbClr val="4A90D9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AIを活用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313432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4068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テーマを伝える</a:t>
            </a:r>
            <a:endParaRPr lang="en-US" sz="14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724912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4068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構成が自動生成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136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44068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デザインも自動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54787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068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完成！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75488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10〜20分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「作業」から「思考」へシフトする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74720" cy="2560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時間削減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 → 10〜20分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118872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916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がやること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レイアウト、配色、画像選定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テンプレート作業を自動処理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2834640"/>
            <a:ext cx="3840480" cy="118872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0632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人間がやること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669280" y="3291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何を伝えるか、どう伝えるか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提案の本質・戦略に集中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79392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2062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PowerPointのスキルではなく、伝える力が武器になる時代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1: なぜAIで資料を作るのか</dc:title>
  <dc:subject>PptxGenJS Presentation</dc:subject>
  <dc:creator>AI研修講座</dc:creator>
  <cp:lastModifiedBy>AI研修講座</cp:lastModifiedBy>
  <cp:revision>1</cp:revision>
  <dcterms:created xsi:type="dcterms:W3CDTF">2026-04-03T18:19:57Z</dcterms:created>
  <dcterms:modified xsi:type="dcterms:W3CDTF">2026-04-03T18:19:57Z</dcterms:modified>
</cp:coreProperties>
</file>