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1E2761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89520" y="548640"/>
            <a:ext cx="1645920" cy="1645920"/>
          </a:xfrm>
          <a:prstGeom prst="ellipse">
            <a:avLst/>
          </a:prstGeom>
          <a:solidFill>
            <a:srgbClr val="3B5998">
              <a:alpha val="4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6  |  Lecture 9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4630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AIプレゼン&amp;資料作成で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クライアント提案を加速する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Claudeで内容を設計し、Gammaでスライド化する。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この2ステップで提案資料を完成させる。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この講義の流れ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680960" cy="59436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173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なぜAIで資料を作るのか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7373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PowerPointとの違い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527048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1520" y="2130552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213055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54480" y="2176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Gammaの基本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54480" y="24505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プロンプトからスライドを生成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40280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31520" y="2843784"/>
            <a:ext cx="7680960" cy="59436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68680" y="284378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554480" y="28895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Gamma連携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554480" y="31638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内容設計からビジュアル化まで</a:t>
            </a:r>
            <a:endParaRPr lang="en-US" sz="1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953512"/>
            <a:ext cx="365760" cy="36576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31520" y="3557016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68680" y="355701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1554480" y="36027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実践ハンズオン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554480" y="387705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自分の業務テーマで資料作成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666744"/>
            <a:ext cx="365760" cy="36576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31520" y="4270248"/>
            <a:ext cx="7680960" cy="59436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68680" y="427024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1554480" y="4315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 + 宿題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554480" y="45902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C総整理と振り返り</a:t>
            </a:r>
            <a:endParaRPr lang="en-US" sz="11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4379976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なぜAIで資料を作るのか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840480" cy="29260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従来のやり方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310896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構成を考える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697480"/>
            <a:ext cx="310896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テンプレートを選ぶ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310896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内容を書く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520440"/>
            <a:ext cx="310896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デザインを調整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931920"/>
            <a:ext cx="310896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931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修正を繰り返す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3〜5時間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691640"/>
            <a:ext cx="3840480" cy="2926080"/>
          </a:xfrm>
          <a:prstGeom prst="rect">
            <a:avLst/>
          </a:prstGeom>
          <a:solidFill>
            <a:srgbClr val="4A90D9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AIを活用</a:t>
            </a:r>
            <a:endParaRPr lang="en-US" sz="16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313432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4068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テーマを伝える</a:t>
            </a:r>
            <a:endParaRPr lang="en-US" sz="14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724912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440680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構成が自動生成</a:t>
            </a:r>
            <a:endParaRPr lang="en-US" sz="14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13639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44068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デザインも自動</a:t>
            </a:r>
            <a:endParaRPr lang="en-US" sz="14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54787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40680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完成！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754880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10〜20分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「作業」から「思考」へシフトする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474720" cy="25603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5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時間削減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3〜5時間 → 10〜20分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840480" cy="118872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6916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がやること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レイアウト、配色、画像選定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テンプレート作業を自動処理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2834640"/>
            <a:ext cx="3840480" cy="118872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0632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0" y="2944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人間がやること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669280" y="3291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何を伝えるか、どう伝えるか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提案の本質・戦略に集中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1520" y="4206240"/>
            <a:ext cx="7680960" cy="5029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79392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42062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PowerPointのスキルではなく、伝える力が武器になる時代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Gammaの基本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プロンプト一つで美しい資料が完成するツール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34440" y="1920240"/>
            <a:ext cx="914400" cy="914400"/>
          </a:xfrm>
          <a:prstGeom prst="ellipse">
            <a:avLst/>
          </a:prstGeom>
          <a:solidFill>
            <a:srgbClr val="3B599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103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71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プロンプト入力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2148840"/>
            <a:ext cx="320040" cy="320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83280" y="1920240"/>
            <a:ext cx="914400" cy="914400"/>
          </a:xfrm>
          <a:prstGeom prst="ellipse">
            <a:avLst/>
          </a:prstGeom>
          <a:solidFill>
            <a:srgbClr val="3B599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10312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80360" y="2971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アウトライン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自動生成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148840"/>
            <a:ext cx="320040" cy="3200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532120" y="1920240"/>
            <a:ext cx="914400" cy="914400"/>
          </a:xfrm>
          <a:prstGeom prst="ellipse">
            <a:avLst/>
          </a:prstGeom>
          <a:solidFill>
            <a:srgbClr val="3B5998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103120"/>
            <a:ext cx="548640" cy="5486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29200" y="2971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確認・調整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2148840"/>
            <a:ext cx="320040" cy="32004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7680960" y="1920240"/>
            <a:ext cx="914400" cy="914400"/>
          </a:xfrm>
          <a:prstGeom prst="ellipse">
            <a:avLst/>
          </a:prstGeom>
          <a:solidFill>
            <a:srgbClr val="3B5998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2103120"/>
            <a:ext cx="548640" cy="54864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178040" y="2971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スライド完成</a:t>
            </a:r>
            <a:endParaRPr lang="en-US" sz="12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3867912"/>
            <a:ext cx="256032" cy="256032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32588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画像も自動で挿入される</a:t>
            </a:r>
            <a:endParaRPr lang="en-US" sz="13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233672"/>
            <a:ext cx="256032" cy="256032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32588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Webページ形式でURL共有が可能</a:t>
            </a:r>
            <a:endParaRPr lang="en-US" sz="130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4599432"/>
            <a:ext cx="256032" cy="256032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32588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PPTXエクスポートにも対応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比較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PowerPoint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Gamma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10スライドの提案資料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3〜5時間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約5分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デザイン品質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テンプレート依存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プロ品質を自動生成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共有方法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ファイル添付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URL共有（Web形式）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修正作業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手動で再編集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プロンプトで即修正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611880"/>
            <a:ext cx="7680960" cy="100584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7033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入力プロンプト例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463040" y="40050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「中小企業向けAI導入提案書を作成してください。構成：現状の課題、AI活用提案（3つ）、投資対効果、導入スケジュール…」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Gamma 連携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内容の質はClaudeで、ビジュアルはGammaで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23774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914400" cy="320040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46888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Claudeに構成を依頼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テーマ・対象・目的を明確に伝え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スライドごとの内容を出力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743200"/>
            <a:ext cx="365760" cy="3657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83280" y="1828800"/>
            <a:ext cx="2606040" cy="23774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66160" y="1965960"/>
            <a:ext cx="914400" cy="320040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14" name="Text 10"/>
          <p:cNvSpPr/>
          <p:nvPr/>
        </p:nvSpPr>
        <p:spPr>
          <a:xfrm>
            <a:off x="356616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468880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Gammaに貼り付け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566160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「Paste in text」を選択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アウトラインを確認・調整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743200"/>
            <a:ext cx="36576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17920" y="1828800"/>
            <a:ext cx="2606040" cy="23774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400800" y="1965960"/>
            <a:ext cx="914400" cy="320040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21" name="Text 15"/>
          <p:cNvSpPr/>
          <p:nvPr/>
        </p:nvSpPr>
        <p:spPr>
          <a:xfrm>
            <a:off x="640080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2468880"/>
            <a:ext cx="594360" cy="5943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0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スライド生成・確認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400800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デザインが自動で完成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必要に応じて微調整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3B5998">
              <a:alpha val="70000"/>
            </a:srgbClr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370832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188720" y="42976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Gammaだけでも作れるが、Claudeで先に内容を練ると提案の質が大きく上がる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Claudeへの指示で質が変わる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301752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600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対象者を明確にする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92608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業種（製造業、IT、小売…）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役職（経営層、現場マネージャー…）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課題感（コスト削減、人手不足…）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417320"/>
            <a:ext cx="2606040" cy="301752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1600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373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目的を伝える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57600" y="292608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受注を取りたいのか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社内承認を得たいのか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情報共有が目的か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1417320"/>
            <a:ext cx="2606040" cy="301752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86600" y="1600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7373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制約を指定する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92240" y="292608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スライド数（5枚？10枚？）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トーン（フォーマル / カジュアル）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必須項目（数字、事例、比較）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実践ハンズオン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286000" cy="36576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840480" cy="27432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84048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 1：提案資料を作る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304288"/>
            <a:ext cx="301752" cy="301752"/>
          </a:xfrm>
          <a:prstGeom prst="ellipse">
            <a:avLst/>
          </a:prstGeom>
          <a:solidFill>
            <a:srgbClr val="5BA3F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042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Claudeに構成・内容を依頼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743200"/>
            <a:ext cx="301752" cy="301752"/>
          </a:xfrm>
          <a:prstGeom prst="ellipse">
            <a:avLst/>
          </a:prstGeom>
          <a:solidFill>
            <a:srgbClr val="5BA3F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4320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7249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Gammaに貼り付けてスライド生成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182112"/>
            <a:ext cx="301752" cy="301752"/>
          </a:xfrm>
          <a:prstGeom prst="ellipse">
            <a:avLst/>
          </a:prstGeom>
          <a:solidFill>
            <a:srgbClr val="5BA3F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8211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31638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生成されたスライドを確認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886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自社サービス紹介 / 社内AI活用提案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クライアント業務改善提案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691640"/>
            <a:ext cx="3840480" cy="27432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691640"/>
            <a:ext cx="3840480" cy="411480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 2：ブラッシュアップ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2258568"/>
            <a:ext cx="301752" cy="30175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2585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2240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生成スライドを見返す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2606040"/>
            <a:ext cx="301752" cy="30175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60604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25877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改善点を洗い出す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2953512"/>
            <a:ext cx="301752" cy="30175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95351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29352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Claudeに修正を依頼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3300984"/>
            <a:ext cx="301752" cy="30175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300984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328269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Gammaで更新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3794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確認する観点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4005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根拠は具体的か / 流れに飛躍がないか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次のアクションが明確か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AI資料作成の時間削減効果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業務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Before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After（Claude + Gamma）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提案資料作成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3〜5時間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90D9"/>
                          </a:solidFill>
                        </a:rPr>
                        <a:t>10〜20分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社内報告資料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1〜2時間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90D9"/>
                          </a:solidFill>
                        </a:rPr>
                        <a:t>5〜10分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企画書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半日〜1日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90D9"/>
                          </a:solidFill>
                        </a:rPr>
                        <a:t>20〜30分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 全体の振り返り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977640"/>
            <a:ext cx="2468880" cy="68580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39959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/ Midjourney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3977640"/>
            <a:ext cx="2468880" cy="68580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20440" y="39959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動画制作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20440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/ HeyGen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3977640"/>
            <a:ext cx="2468880" cy="685800"/>
          </a:xfrm>
          <a:prstGeom prst="rect">
            <a:avLst/>
          </a:prstGeom>
          <a:solidFill>
            <a:srgbClr val="E8EE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72200" y="39959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資料作成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72200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Gamma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16916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AIが「作業」を担い、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人間は「何を伝えるか」に集中する時代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よくある質問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474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Gammaは無料で使える？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3675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基本無料。高度な機能はPro版で。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3931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PPTXエクスポートできる？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4133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可能。ただしURL共有の方が手軽。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" y="4389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Claude単体ではダメ？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45902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簡単な資料ならOK。深い提案はClaude+Gammaが最強。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リンク集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29200" y="3520440"/>
            <a:ext cx="347472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5303520" y="36118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gamma.app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AIプレゼン&amp;資料作成でクライアント提案を加速する</dc:title>
  <dc:subject>PptxGenJS Presentation</dc:subject>
  <dc:creator>AI研修講座</dc:creator>
  <cp:lastModifiedBy>AI研修講座</cp:lastModifiedBy>
  <cp:revision>1</cp:revision>
  <dcterms:created xsi:type="dcterms:W3CDTF">2026-04-03T17:36:51Z</dcterms:created>
  <dcterms:modified xsi:type="dcterms:W3CDTF">2026-04-03T17:36:51Z</dcterms:modified>
</cp:coreProperties>
</file>