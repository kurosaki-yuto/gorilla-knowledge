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Gamma 連携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内容設計からビジュアル化まで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Lec9-3   |   全社員   |   各10分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→ Gammaの3ステップワークフローを実践できる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Claudeへの効果的な指示の出し方がわかる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対象者・目的・制約の3つのポイントを使いこなせる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なぜClaudeと連携するのか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Gammaはビジュアルに強い。Claudeは内容の論理性・具体性に強い。組み合わせが最強。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Gamma単体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見た目は綺麗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内容は一般的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数字・根拠が弱い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Gamma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見た目も綺麗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内容が深い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具体的な数字・事例入り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= 内容の質、Gamma = ビジュアルの質。それぞれの得意分野を活かす分業。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ワークフロー：3ステップ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Claudeで内容を練り、Gammaでビジュアル化する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Claudeに依頼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755648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7947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37947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Gammaに貼り付け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55648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521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58521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確認・微調整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テーマ・対象者・目的を伝え、スライドごとの内容を出力してもらう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「Paste in text」でClaudeの出力をGammaに貼り付ける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スライドを確認し、画像やレイアウトを微調整して完成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8056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280160" y="4389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全体の所要時間は10〜15分。内容もデザインも高品質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Claudeへの依頼方法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具体的な情報を伝えるほど、出力の質が上がる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製造業の工場長クラス。人手不足と品質管理が課題。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次回の予算会議でAI導入の承認を得たい。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構成指定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各スライドにタイトル、3つのポイント、補足説明をつけて。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79476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特に重視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投資対効果の試算は導入コスト・運用コスト・削減効果を具体的に。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66344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754880"/>
            <a:ext cx="228600" cy="228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80160" y="4663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テーマだけでなく、対象者・目的・構成の形式まで伝えるのがコツ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質を上げる3つのポイント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対象者を明確に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業種・役職・課題感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目的を伝える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受注・承認・情報共有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制約を指定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枚数・トーン・必須項目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実際のプロンプト例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小売業クライアント向けDX推進提案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29400" y="685800"/>
            <a:ext cx="1828800" cy="320040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そのまま使える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小売業・経営企画部長 → 役員会で導入承認を得る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業界課題 → DX解決策3つ → ROI試算(3年) → スケジュール → 成功事例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8スライド・フォーマル・各スライドにタイトル+ポイント3つ+補足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3つのポイント（対象者・目的・制約）がすべて含まれている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連携の価値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Claude=内容の質 + Gamma=ビジュアルの質 = 最強の組み合わせ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3ステップ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Claude依頼 → Gamma貼り付け → 確認・微調整（10〜15分）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質を上げるコツ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対象者・目的・制約の3つをClaudeに伝える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Lec9-4 実践ハンズオン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Lec9-3: Claude + Gamma連携 — 内容設計からビジュアル化まで</dc:title>
  <dc:subject>PptxGenJS Presentation</dc:subject>
  <dc:creator>Gorilla Knowledge</dc:creator>
  <cp:lastModifiedBy>Gorilla Knowledge</cp:lastModifiedBy>
  <cp:revision>1</cp:revision>
  <dcterms:created xsi:type="dcterms:W3CDTF">2026-04-04T10:01:46Z</dcterms:created>
  <dcterms:modified xsi:type="dcterms:W3CDTF">2026-04-04T10:01:46Z</dcterms:modified>
</cp:coreProperties>
</file>