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では、プレゼン資料を自動生成するAIツール「Gamma」について詳しく学んでいきます。Gammaは、ガンマ・ドット・アプリ、gamma.appでアクセスできるWebベースのサービスです。最大の特徴は、テキストのプロンプトを入力するだけで、プロフェッショナルなスライドが自動で生成されることです。PowerPointのような従来のプレゼンツールとは根本的に異なるアプローチで、デザインの知識がなくても美しい資料が作れます。基本的な機能は無料で使えますので、この講座を見ながらぜひ実際にアクセスして一緒に試してみてください。アカウント作成はGoogleアカウントでワンクリックで完了します。Gammaの特に優れている点は、生成されたスライドがWebページとしてそのまま共有できることです。相手にURLを送るだけで、ブラウザ上で美しいスライドを閲覧してもら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maでスライドを作る流れは、たった4つのステップで完了します。ステップ1、プロンプトを入力します。作りたい資料のテーマや構成を、普段話しているような自然な文章で入力するだけです。特別なフォーマットや記法は一切必要ありません。ステップ2、アウトラインが自動生成されます。Gammaが入力内容をAIで分析して、スライドの構成を提案してくれます。各スライドのタイトルと、含まれる内容の概要が表示されます。ステップ3、生成されたアウトラインを確認し、必要に応じて調整します。スライドの順番を入れ替えたり、新しいスライドを追加したり、不要なスライドを削除したりできます。この段階で、資料の骨格をしっかり固めておくのがポイントです。ステップ4、アウトラインを確定すると、デザイン付きのスライドが自動で生成されます。テーマに合った画像が自動で挿入され、色やレイアウトもプロフェッショナルな品質に仕上がります。この4ステップが、早ければ5分程度で完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画面操作を詳しく説明していきます。まず、ブラウザでgamma.appにアクセスしてください。初回はアカウントを作成する必要がありますが、Googleアカウントでのログインに対応しているので、ワンクリックで完了します。ログインすると、ダッシュボード画面が表示されます。ここで「Create new」ボタンをクリックし、作成するコンテンツの種類を選びます。「Presentation」を選択してください。他にも「Document」や「Webpage」といったオプションがありますが、今回はスライド資料を作るので「Presentation」です。次に、入力方法の選択画面が表示されます。「Generate」を選ぶと、プロンプトの入力画面に移ります。ここに、作りたい資料の内容をテキストで入力します。入力したら「Generate」ボタンをクリックすると、AIがアウトラインを生成します。各スライドのタイトルと概要が表示されるので、内容を確認してください。スライドの追加や削除、順番の入れ替えもこの画面でできます。問題なければ「Continue」をクリックすると、デザイン込みの完成スライドが一気に生成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プロンプト例を見てみましょう。例えば、次のように入力します。「中小企業向けAI導入提案書を作成してください。構成は、現状の課題、AI活用提案を3つ、投資対効果、導入スケジュール、成功事例、次のステップ。デザインはビジネスフォーマルで、10スライド程度でお願いします」。このプロンプトのポイントは3つあります。まず、テーマを明確に指定していること。次に、構成を具体的に指定していること。そして、スライド数やデザインのトーンまで指示していることです。この情報が多ければ多いほど、Gammaはより的確な資料を生成してくれます。入力後、Gammaはまずアウトラインを生成します。各スライドのタイトルと概要を確認して、問題なければスライドの生成に進みます。生成されたスライドには、テーマに合った画像が自動で挿入され、配色やレイアウトもプロフェッショナルな仕上がりになります。完成した資料は、Webページ形式でURL共有ができます。相手にリンクを送るだけで、ブラウザで閲覧してもらえます。PowerPoint形式でのエクスポートも可能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改めて、PowerPointとGammaを項目ごとに詳しく比較してみましょう。最も大きな違いは作成時間です。10スライドの提案資料を作る場合、PowerPointでは構成から完成まで3時間から5時間かかります。一方Gammaでは、プロンプト入力からスライド完成まで、わずか5分程度です。実に30倍以上の速度差があります。デザイン品質についても大きな違いがあります。PowerPointでは、自分のデザインスキルやテンプレートの質に大きく左右されます。デザインが苦手な人は、どうしても見栄えの悪い資料になってしまいます。Gammaでは、AIが最適なデザインを自動生成するため、誰が作っても一定以上のプロ品質が保証されます。共有方法もスマートになります。従来のPowerPointでは、ファイルをメールに添付して送り、相手がダウンロードして開くという手順が必要でした。Gammaでは、URLをコピーして送るだけです。相手はリンクをクリックするだけで、ブラウザ上で美しいスライドを閲覧できます。修正が必要な場合も、PowerPointでは該当箇所を手動で探して一つ一つ編集しますが、Gammaでは「3枚目の数字を更新して」とプロンプトで指示するだけで即座に反映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maを使う上での注意点と、より効果的に活用するためのコツをお伝えします。まず、無料プランについてです。Gammaの無料プランでは、月に生成できる資料の数に制限があります。ただし、学習目的や個人的な利用であれば、無料プランでも十分に使えます。業務で本格的に活用する場合は、Pro版へのアップグレードを検討してください。次に、言語についてです。Gammaは日本語に対応していますが、英語のプロンプトの方がより精度の高い結果が出る場合があります。もし日本語で思った通りの結果が出なければ、英語で試してみるのも一つの手です。特に、テーマの説明部分を英語にするだけでも、出力の質が変わることがあります。エクスポートについては、PowerPoint形式でのダウンロードも可能ですが、GammaのWeb形式のままURLで共有することをおすすめします。Web形式の方が、アニメーションやレイアウトの再現性が高く、相手にとっても閲覧しやすいからです。最後に、図表やグラフについてですが、複雑なチャートやデータビジュアライゼーションは、自動生成の精度に限界がある場合があります。そういった場合は、Gammaの編集画面で手動調整するか、別途作成した図を画像として挿入してください。次のPart 3では、Claudeと組み合わせることで、資料の内容の質を飛躍的に向上させる方法を学びます。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1371600"/>
            <a:ext cx="7315200" cy="1097280"/>
          </a:xfrm>
          <a:prstGeom prst="rect">
            <a:avLst/>
          </a:prstGeom>
          <a:noFill/>
          <a:ln/>
        </p:spPr>
        <p:txBody>
          <a:bodyPr wrap="square" rtlCol="0" anchor="b"/>
          <a:lstStyle/>
          <a:p>
            <a:pPr algn="l" indent="0" marL="0">
              <a:buNone/>
            </a:pPr>
            <a:r>
              <a:rPr lang="en-US" sz="3600" b="1" dirty="0">
                <a:solidFill>
                  <a:srgbClr val="FFFFFF"/>
                </a:solidFill>
                <a:latin typeface="Helvetica Neue" pitchFamily="34" charset="0"/>
                <a:ea typeface="Helvetica Neue" pitchFamily="34" charset="-122"/>
                <a:cs typeface="Helvetica Neue" pitchFamily="34" charset="-120"/>
              </a:rPr>
              <a:t>Gammaとは</a:t>
            </a:r>
            <a:endParaRPr lang="en-US" sz="3600" dirty="0"/>
          </a:p>
        </p:txBody>
      </p:sp>
      <p:sp>
        <p:nvSpPr>
          <p:cNvPr id="3" name="Shape 1"/>
          <p:cNvSpPr/>
          <p:nvPr/>
        </p:nvSpPr>
        <p:spPr>
          <a:xfrm>
            <a:off x="914400" y="2651760"/>
            <a:ext cx="1828800" cy="36576"/>
          </a:xfrm>
          <a:prstGeom prst="rect">
            <a:avLst/>
          </a:prstGeom>
          <a:solidFill>
            <a:srgbClr val="555555"/>
          </a:solidFill>
          <a:ln/>
        </p:spPr>
      </p:sp>
      <p:sp>
        <p:nvSpPr>
          <p:cNvPr id="4" name="Text 2"/>
          <p:cNvSpPr/>
          <p:nvPr/>
        </p:nvSpPr>
        <p:spPr>
          <a:xfrm>
            <a:off x="914400" y="2926080"/>
            <a:ext cx="7315200" cy="731520"/>
          </a:xfrm>
          <a:prstGeom prst="rect">
            <a:avLst/>
          </a:prstGeom>
          <a:noFill/>
          <a:ln/>
        </p:spPr>
        <p:txBody>
          <a:bodyPr wrap="square" rtlCol="0" anchor="t"/>
          <a:lstStyle/>
          <a:p>
            <a:pPr algn="l" indent="0" marL="0">
              <a:buNone/>
            </a:pPr>
            <a:r>
              <a:rPr lang="en-US" sz="1600" dirty="0">
                <a:solidFill>
                  <a:srgbClr val="888888"/>
                </a:solidFill>
                <a:latin typeface="Helvetica Neue" pitchFamily="34" charset="0"/>
                <a:ea typeface="Helvetica Neue" pitchFamily="34" charset="-122"/>
                <a:cs typeface="Helvetica Neue" pitchFamily="34" charset="-120"/>
              </a:rPr>
              <a:t>プロンプトからスライドを生成するGammaの使い方を学ぶ</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Gammaの4ステップ</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1. プロンプトを入力する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2. アウトラインが自動生成される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3. 内容を確認・調整する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4. スライドが完成する</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2 /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Gammaの使い方：画面操作</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gamma.app にアクセスし、「Create new」をクリック</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「Presentation」を選択</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プロンプトを入力し、「Generate」をクリック</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生成されたアウトラインを確認して「Continue」</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3 /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プロンプト例と出力結果</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テーマ：中小企業向けAI導入提案書</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構成指定：課題→提案→効果→スケジュール→事例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10スライド・ビジネスフォーマルを指定</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画像も自動挿入、URL共有が可能</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4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Before / After 比較</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10スライドの提案資料：3〜5時間 → 約5分</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デザイン品質：テンプレート依存 → プロ品質を自動生成</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共有方法：ファイル添付 → URL共有</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修正作業：手動で再編集 → プロンプトで即修正</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5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731520"/>
            <a:ext cx="7315200" cy="731520"/>
          </a:xfrm>
          <a:prstGeom prst="rect">
            <a:avLst/>
          </a:prstGeom>
          <a:noFill/>
          <a:ln/>
        </p:spPr>
        <p:txBody>
          <a:bodyPr wrap="square" rtlCol="0" anchor="ctr"/>
          <a:lstStyle/>
          <a:p>
            <a:pPr algn="l" indent="0" marL="0">
              <a:buNone/>
            </a:pPr>
            <a:r>
              <a:rPr lang="en-US" sz="2800" b="1" dirty="0">
                <a:solidFill>
                  <a:srgbClr val="FFFFFF"/>
                </a:solidFill>
                <a:latin typeface="Helvetica Neue" pitchFamily="34" charset="0"/>
                <a:ea typeface="Helvetica Neue" pitchFamily="34" charset="-122"/>
                <a:cs typeface="Helvetica Neue" pitchFamily="34" charset="-120"/>
              </a:rPr>
              <a:t>Gammaの注意点と活用のコツ</a:t>
            </a:r>
            <a:endParaRPr lang="en-US" sz="2800" dirty="0"/>
          </a:p>
        </p:txBody>
      </p:sp>
      <p:sp>
        <p:nvSpPr>
          <p:cNvPr id="3" name="Shape 1"/>
          <p:cNvSpPr/>
          <p:nvPr/>
        </p:nvSpPr>
        <p:spPr>
          <a:xfrm>
            <a:off x="914400" y="1554480"/>
            <a:ext cx="1371600" cy="27432"/>
          </a:xfrm>
          <a:prstGeom prst="rect">
            <a:avLst/>
          </a:prstGeom>
          <a:solidFill>
            <a:srgbClr val="444444"/>
          </a:solidFill>
          <a:ln/>
        </p:spPr>
      </p:sp>
      <p:sp>
        <p:nvSpPr>
          <p:cNvPr id="4" name="Text 2"/>
          <p:cNvSpPr/>
          <p:nvPr/>
        </p:nvSpPr>
        <p:spPr>
          <a:xfrm>
            <a:off x="914400" y="1828800"/>
            <a:ext cx="7315200" cy="2926080"/>
          </a:xfrm>
          <a:prstGeom prst="rect">
            <a:avLst/>
          </a:prstGeom>
          <a:noFill/>
          <a:ln/>
        </p:spPr>
        <p:txBody>
          <a:bodyPr wrap="square" rtlCol="0" anchor="t"/>
          <a:lstStyle/>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無料プランには生成回数の制限がある</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日本語対応しているが英語の方が精度が高い場合も</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PPTXエクスポートは可能だがURL共有がおすすめ</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複雑な図表は手動調整が必要な場合も</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Lec9-2 Gammaの基本</dc:title>
  <dc:subject>PptxGenJS Presentation</dc:subject>
  <dc:creator>LMS Pipeline</dc:creator>
  <cp:lastModifiedBy>LMS Pipeline</cp:lastModifiedBy>
  <cp:revision>1</cp:revision>
  <dcterms:created xsi:type="dcterms:W3CDTF">2026-04-04T08:43:37Z</dcterms:created>
  <dcterms:modified xsi:type="dcterms:W3CDTF">2026-04-04T08:43:37Z</dcterms:modified>
</cp:coreProperties>
</file>