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では、プレゼン資料を自動生成するAIツール「Gamma」について学んでいきます。Gammaは、ガンマ・ドット・アプリ、gamma.appでアクセスできるWebベースのサービスです。最大の特徴は、テキストのプロンプトを入力するだけで、プロフェッショナルなスライドが自動で生成されることです。従来のプレゼンツールとは根本的に異なるアプローチで、デザインの知識がなくても美しい資料が作れます。基本的な機能は無料で使えますので、この講座を見ながらぜひ一緒に試し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maでスライドを作る流れは、たった4つのステップです。ステップ1、プロンプトを入力します。作りたい資料のテーマや構成を、自然な文章で入力するだけです。ステップ2、アウトラインが自動生成されます。Gammaが入力内容を分析して、スライドの構成を提案してくれます。ステップ3、生成されたアウトラインを確認し、必要に応じて調整します。スライドの順番を変えたり、内容を追加したり削除したりできます。ステップ4、アウトラインを確定すると、デザイン付きのスライドが完成します。画像も自動で挿入され、色やレイアウトもプロ品質に仕上がります。この4ステップが、わずか数分で完了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実際の操作手順を説明します。まず、gamma.appにアクセスして、アカウントを作成するかGoogleアカウントでログインします。ホーム画面で「Create new」ボタンをクリックし、「Presentation」を選択します。すると、プロンプトの入力画面が表示されます。ここに、作りたい資料の内容を入力します。例えば「中小企業向けAI導入提案書。構成は現状の課題、AI活用提案3つ、投資対効果、導入スケジュール」のように入力します。「Generate」をクリックすると、アウトラインが生成されます。各スライドのタイトルと概要が表示されるので、内容を確認して問題なければ「Continue」をクリック。すると、デザイン込みの完成スライドが一気に生成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的なプロンプト例を見てみましょう。「中小企業向けAI導入提案書を作成してください。構成は、現状の課題、AI活用提案を3つ、投資対効果、導入スケジュール、成功事例、次のステップ。デザインはビジネスフォーマルで、10スライド程度でお願いします」。このプロンプトを入力すると、Gammaはまずアウトラインを生成します。各スライドのタイトルと概要を確認して、問題なければスライドの生成に進みます。生成されたスライドには、テーマに合った画像が自動で挿入され、配色やレイアウトもプロフェッショナルな仕上がりになります。完成した資料は、Webページ形式でURL共有ができます。相手にリンクを送るだけで、ブラウザで閲覧してもらえます。もちろんPowerPoint形式でのエクスポートも可能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改めて、PowerPointとGammaを比較してみましょう。最も大きな違いは時間です。10スライドの提案資料を作る場合、PowerPointでは3時間から5時間かかりますが、Gammaではわずか5分程度です。デザイン品質も大きく異なります。PowerPointでは自分のデザインスキルやテンプレートの質に左右されますが、Gammaではプロ品質のデザインが毎回自動で生成されます。共有方法もスマートです。PowerPointではファイルを添付してメールで送りますが、GammaではURLを共有するだけ。相手はクリックするだけで閲覧できます。修正が必要な場合も、PowerPointでは手動でスライドを開いて編集しますが、Gammaではプロンプトで指示するだけで即座に修正され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maを使う上での注意点とコツもお伝えしておきます。まず、無料プランには月の生成回数に制限があります。本格的に使う場合はPro版の検討も必要です。次に、Gammaは日本語に対応していますが、英語のプロンプトの方が精度が高い場合もあります。もし日本語で思った通りの結果が出なければ、英語で試してみるのも一つの手です。エクスポートについては、PowerPoint形式でダウンロードも可能ですが、Gammaの美しいデザインがそのまま反映されるURLでの共有がおすすめです。また、複雑な図表やグラフは自動生成の精度に限界があるため、必要に応じてGammaの編集画面で手動調整してください。次のPart 3では、Claudeと組み合わせることで、資料の内容の質を飛躍的に向上させる方法を学びます。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Gammaとは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651760"/>
            <a:ext cx="1828800" cy="3657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プロンプトからスライドを生成するGammaの使い方を学ぶ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Gammaの4ステップ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プロンプトを入力する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アウトラインが自動生成される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内容を確認・調整する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スライドが完成する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Gammaの使い方：画面操作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gamma.app にアクセスし、「Create new」をクリック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「Presentation」を選択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プロンプトを入力し、「Generate」をクリック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生成されたアウトラインを確認して「Continue」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プロンプト例と出力結果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テーマ：中小企業向けAI導入提案書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構成指定：課題→提案→効果→スケジュール→事例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10スライド・ビジネスフォーマルを指定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画像も自動挿入、URL共有が可能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/ After 比較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704088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10スライドの提案資料：3〜5時間 → 約5分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デザイン品質：テンプレート依存 → プロ品質を自動生成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共有方法：ファイル添付 → URL共有（Web形式）</a:t>
            </a:r>
            <a:pPr indent="0" mar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修正作業：手動で再編集 → プロンプトで即修正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25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347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50566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Gammaの注意点と活用のコツ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1371600" cy="274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無料プランには生成回数の制限がある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日本語対応しているが、英語の方が精度が高い場合も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PPTXエクスポートは可能だがURL共有がおすすめ</a:t>
            </a:r>
            <a:endParaRPr lang="en-US" sz="1800" dirty="0"/>
          </a:p>
          <a:p>
            <a:pPr marL="342900" indent="-342900">
              <a:lnSpc>
                <a:spcPct val="200000"/>
              </a:lnSpc>
              <a:spcBef>
                <a:spcPts val="400"/>
              </a:spcBef>
              <a:buSzPct val="100000"/>
              <a:buChar char="✓"/>
            </a:pPr>
            <a:r>
              <a:rPr lang="en-US" sz="1800" dirty="0">
                <a:solidFill>
                  <a:srgbClr val="CCCC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複雑な図表やグラフはGamma上で手動調整が必要な場合も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Lec9-2 Gammaの基本</dc:title>
  <dc:subject>PptxGenJS Presentation</dc:subject>
  <dc:creator>LMS Pipeline</dc:creator>
  <cp:lastModifiedBy>LMS Pipeline</cp:lastModifiedBy>
  <cp:revision>1</cp:revision>
  <dcterms:created xsi:type="dcterms:W3CDTF">2026-04-04T02:00:20Z</dcterms:created>
  <dcterms:modified xsi:type="dcterms:W3CDTF">2026-04-04T02:00:20Z</dcterms:modified>
</cp:coreProperties>
</file>