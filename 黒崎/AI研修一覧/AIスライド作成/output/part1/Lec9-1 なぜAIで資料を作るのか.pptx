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こんにちは。この講座では、AIを使ったプレゼン資料作成について学んでいきます。テーマは「なぜAIで資料を作るのか」です。皆さんは普段、提案資料や報告書をどのように作っていますか？おそらく多くの方がPowerPointを開いて、構成を考え、テンプレートを選び、内容を書き、デザインを調整し、何度も修正を繰り返しているのではないでしょうか。私も以前はそうでした。提案資料を1つ作るだけで、半日が潰れてしまうことも珍しくありませんでした。しかし、AIツールの進化によって、この状況が劇的に変わりつつあります。この講座を終える頃には、資料作成にかかる時間を大幅に削減し、かつ品質も向上させる方法を身につけていただけます。それでは始め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資料作成の現実を見てみましょう。ある調査によると、ビジネスパーソンが提案資料を1本作るのに平均3時間から5時間かかっています。月に4本作れば、それだけで20時間以上になります。しかも、その時間の多くはデザインや体裁の調整に使われています。フォントサイズを揃えたり、図形の位置を合わせたり、色のバランスを整えたり。本来最も大切な「何を伝えるか」「相手にどう響かせるか」という内容を練る時間が、どんどん圧迫されていくのです。これは非常にもったいない状況です。例えば、5時間かけて資料を作ったとして、そのうち内容を考えている時間はどのくらいでしょうか。おそらく1時間から2時間程度で、残りの3時間はすべてデザインやレイアウトの調整に費やされているはずです。つまり、作業時間の半分以上が「見た目」に使われていて、「中身」を磨く時間が圧倒的に不足してい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従来の資料作成ワークフローを改めて整理してみましょう。まずステップ1、全体の構成を考えます。何をどの順番で伝えるか、スライドの枚数はどのくらいにするか。白紙の状態から構成を考えるのは、意外と時間がかかります。ステップ2、テンプレートを選びます。会社のテンプレートがあればそれを使いますが、なければ既存のテンプレートから探すか、ゼロから作ることになります。ステップ3、各スライドに内容を書き込んでいきます。テキストを入力し、箇条書きを整え、必要な図やグラフを作成します。ステップ4、デザインを調整します。色、フォント、図形の配置、画像の選定。全体の統一感を出すために、細かい調整を何度も繰り返します。ここが最も時間がかかるポイントです。そしてステップ5、上司やチームのフィードバックを受けて修正を繰り返します。「ここの色を変えて」「この図をもっと大きく」「順番を入れ替えて」。修正のたびにデザインの調整が発生し、さらに時間がかかります。この5つのステップを何度も行ったり来たりして、ようやく1つの資料が完成す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AIを活用するとどうなるでしょうか。ワークフローは劇的にシンプルになります。やることは基本的に1つだけ。テーマと要件をAIに伝えることです。例えば、「中小企業向けのAI導入提案書を作って。構成は現状の課題、AI活用提案、投資対効果、導入スケジュールで。10スライドくらいで、ビジネスフォーマルな感じで」。これだけで、構成が自動で生成され、デザインも自動で仕上がります。画像も適切なものが自動で挿入されます。所要時間は10分から20分。従来の10分の1以下です。しかも、プロのデザイナーが作ったかのような美しい仕上がりになります。もちろん、完全にAI任せというわけではありません。AIが生成した内容を確認し、自分の知見や具体的なデータを追加することは必要です。しかし、ゼロから作るのと比べれば、圧倒的に効率的です。従来は5つあったステップが、実質1つのステップに集約され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Before/Afterを具体的に比較してみましょう。まず最も大きな違いは時間です。10スライドの提案資料を作る場合、PowerPointでは3時間から5時間かかっていたものが、AIでは10分から20分です。年間で考えると、提案資料を月に4本作る人なら、年間で約200時間の節約になります。これは約25営業日、つまり1ヶ月分以上の労働時間に相当します。次にデザイン品質です。PowerPointではテンプレートの質に依存し、デザインスキルがない人はどうしても見栄えの悪い資料になりがちでした。AIツールではプロ品質のデザインが毎回自動で生成されるので、誰が作っても一定以上の品質が保証されます。共有方法も変わります。従来はPowerPointファイルをメールに添付していましたが、AIツールではURLを共有するだけです。相手はブラウザで即座に閲覧でき、ダウンロードの手間もありません。そして修正作業。PowerPointでは手動でスライドを開いて一つ一つ修正していましたが、AIではプロンプトを入力するだけで即座に修正されます。あらゆる面で効率が上がる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最も重要なポイントをお伝えします。AIの導入は、単に時間を節約するだけではありません。仕事の質そのものが変わるのです。これまで資料作成の大部分を占めていたのは「作業」でした。レイアウトを整える、色を合わせる、画像を探す、フォントサイズを揃える。これらはすべて、本来の目的である「相手に価値を伝える」ことと直接関係のない作業です。AIを導入すると、これらの作業はすべてAIが担います。では人間は何をするのか。「何を伝えるか」「どう伝えるか」という、本来最も重要な部分に集中できるのです。提案の論理は筋が通っているか。相手の課題にちゃんと刺さっているか。具体的な数字や事例は入っているか。競合との差別化ポイントは明確か。こうした「思考」の部分こそが、人間の本当の価値です。もはやPowerPointの操作スキルは求められません。図形を綺麗に並べる技術よりも、相手の心を動かすストーリーを組み立てる力の方が、はるかに重要な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のまとめです。今回学んだことを整理しましょう。まず、従来の資料作成には3時間から5時間かかっていたものが、AIを活用すれば10分から20分に短縮できます。約90パーセントの時間削減です。そして重要なのは、単に速くなるだけではないということです。AIがデザインやレイアウトといった作業を担うことで、人間は「何を伝えるか」「どう伝えるか」という、資料の本質に集中できるようになります。これは、資料作成という仕事の根本的なパラダイムシフトです。作業者から思考者へ。オペレーターからストラテジストへ。AIの登場によって、私たちの仕事の質が変わるのです。次のPart 2では、実際にプロンプトからスライドを生成できるツール「Gamma」の基本的な使い方を紹介します。実際の画面操作や、プロンプトの入力例もお見せしますので、ぜひ楽しみにしてください。それではPart 2でお会いしましょう。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b"/>
          <a:lstStyle/>
          <a:p>
            <a:pPr algn="l" indent="0" marL="0">
              <a:buNone/>
            </a:pPr>
            <a:r>
              <a:rPr lang="en-US" sz="3600" b="1" dirty="0">
                <a:solidFill>
                  <a:srgbClr val="FFFFFF"/>
                </a:solidFill>
                <a:latin typeface="Helvetica Neue" pitchFamily="34" charset="0"/>
                <a:ea typeface="Helvetica Neue" pitchFamily="34" charset="-122"/>
                <a:cs typeface="Helvetica Neue" pitchFamily="34" charset="-120"/>
              </a:rPr>
              <a:t>なぜAIで資料を作るのか</a:t>
            </a:r>
            <a:endParaRPr lang="en-US" sz="3600" dirty="0"/>
          </a:p>
        </p:txBody>
      </p:sp>
      <p:sp>
        <p:nvSpPr>
          <p:cNvPr id="3" name="Shape 1"/>
          <p:cNvSpPr/>
          <p:nvPr/>
        </p:nvSpPr>
        <p:spPr>
          <a:xfrm>
            <a:off x="914400" y="2651760"/>
            <a:ext cx="1828800" cy="36576"/>
          </a:xfrm>
          <a:prstGeom prst="rect">
            <a:avLst/>
          </a:prstGeom>
          <a:solidFill>
            <a:srgbClr val="555555"/>
          </a:solidFill>
          <a:ln/>
        </p:spPr>
      </p:sp>
      <p:sp>
        <p:nvSpPr>
          <p:cNvPr id="4" name="Text 2"/>
          <p:cNvSpPr/>
          <p:nvPr/>
        </p:nvSpPr>
        <p:spPr>
          <a:xfrm>
            <a:off x="914400" y="2926080"/>
            <a:ext cx="7315200" cy="731520"/>
          </a:xfrm>
          <a:prstGeom prst="rect">
            <a:avLst/>
          </a:prstGeom>
          <a:noFill/>
          <a:ln/>
        </p:spPr>
        <p:txBody>
          <a:bodyPr wrap="square" rtlCol="0" anchor="t"/>
          <a:lstStyle/>
          <a:p>
            <a:pPr algn="l" indent="0" marL="0">
              <a:buNone/>
            </a:pPr>
            <a:r>
              <a:rPr lang="en-US" sz="1600" dirty="0">
                <a:solidFill>
                  <a:srgbClr val="888888"/>
                </a:solidFill>
                <a:latin typeface="Helvetica Neue" pitchFamily="34" charset="0"/>
                <a:ea typeface="Helvetica Neue" pitchFamily="34" charset="-122"/>
                <a:cs typeface="Helvetica Neue" pitchFamily="34" charset="-120"/>
              </a:rPr>
              <a:t>PowerPointとの違いを理解し、AIによる資料作成の圧倒的な効率を体感する</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資料作成の現実</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提案資料1本に3〜5時間かかる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月間20時間以上を資料作成に費やしている人も多い</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デザインや体裁に時間を取られ、内容を練る時間が足りない</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従来のワークフロー：5つのステップ</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1. 構成を考える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2. テンプレートを選ぶ</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3. 内容を書く</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4. デザインを調整する</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AIを活用した新しいワークフロー</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テーマと要件を伝える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構成が自動で生成される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デザインも自動で仕上がる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所要時間：10〜20分で完成</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Before / After 比較</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提案資料：3〜5時間 → 10〜20分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デザイン：テンプレート依存 → プロ品質を自動生成</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共有：ファイル添付 → URL共有</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修正：手動で再編集 → プロンプトで即修正</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「作業」から「思考」へシフトする</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AIがやること：レイアウト、配色、画像選定、テンプレート作業</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人間がやること：何を伝えるか、どう伝えるか、提案の本質・戦略</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PowerPointのスキルではなく、伝える力が武器になる時代</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731520"/>
            <a:ext cx="7315200" cy="731520"/>
          </a:xfrm>
          <a:prstGeom prst="rect">
            <a:avLst/>
          </a:prstGeom>
          <a:noFill/>
          <a:ln/>
        </p:spPr>
        <p:txBody>
          <a:bodyPr wrap="square" rtlCol="0" anchor="ctr"/>
          <a:lstStyle/>
          <a:p>
            <a:pPr algn="l" indent="0" marL="0">
              <a:buNone/>
            </a:pPr>
            <a:r>
              <a:rPr lang="en-US" sz="2800" b="1" dirty="0">
                <a:solidFill>
                  <a:srgbClr val="FFFFFF"/>
                </a:solidFill>
                <a:latin typeface="Helvetica Neue" pitchFamily="34" charset="0"/>
                <a:ea typeface="Helvetica Neue" pitchFamily="34" charset="-122"/>
                <a:cs typeface="Helvetica Neue" pitchFamily="34" charset="-120"/>
              </a:rPr>
              <a:t>Part 1 まとめ</a:t>
            </a:r>
            <a:endParaRPr lang="en-US" sz="2800" dirty="0"/>
          </a:p>
        </p:txBody>
      </p:sp>
      <p:sp>
        <p:nvSpPr>
          <p:cNvPr id="3" name="Shape 1"/>
          <p:cNvSpPr/>
          <p:nvPr/>
        </p:nvSpPr>
        <p:spPr>
          <a:xfrm>
            <a:off x="914400" y="1554480"/>
            <a:ext cx="1371600" cy="27432"/>
          </a:xfrm>
          <a:prstGeom prst="rect">
            <a:avLst/>
          </a:prstGeom>
          <a:solidFill>
            <a:srgbClr val="444444"/>
          </a:solidFill>
          <a:ln/>
        </p:spPr>
      </p:sp>
      <p:sp>
        <p:nvSpPr>
          <p:cNvPr id="4" name="Text 2"/>
          <p:cNvSpPr/>
          <p:nvPr/>
        </p:nvSpPr>
        <p:spPr>
          <a:xfrm>
            <a:off x="914400" y="1828800"/>
            <a:ext cx="7315200" cy="2926080"/>
          </a:xfrm>
          <a:prstGeom prst="rect">
            <a:avLst/>
          </a:prstGeom>
          <a:noFill/>
          <a:ln/>
        </p:spPr>
        <p:txBody>
          <a:bodyPr wrap="square" rtlCol="0" anchor="t"/>
          <a:lstStyle/>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AI資料作成で90%の時間削減が可能</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作業はAIに任せ、人間は戦略と内容に集中</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次のPartでは具体的なツール「Gamma」を紹介</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Lec9-1 なぜAIで資料を作るのか</dc:title>
  <dc:subject>PptxGenJS Presentation</dc:subject>
  <dc:creator>LMS Pipeline</dc:creator>
  <cp:lastModifiedBy>LMS Pipeline</cp:lastModifiedBy>
  <cp:revision>1</cp:revision>
  <dcterms:created xsi:type="dcterms:W3CDTF">2026-04-04T08:41:09Z</dcterms:created>
  <dcterms:modified xsi:type="dcterms:W3CDTF">2026-04-04T08:41:09Z</dcterms:modified>
</cp:coreProperties>
</file>