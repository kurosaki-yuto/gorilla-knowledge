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AI時代の情報リテラシー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AIの嘘を見抜く力を身につける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   |   全社員向け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ハルシネーション（AIの嘘）の仕組みと対策を実践できる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AIの回答をファクトチェックする3ステップの手順を使える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情報の信頼性を評価する基準（ソース確認・クロスチェック・専門家検証）を理解する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 — AIの「もっともらしいウソ」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" y="1371600"/>
            <a:ext cx="23317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1371600"/>
            <a:ext cx="2331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164592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764792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010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架空の論文引用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37260" y="27889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存在しない研究を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著者名・雑誌名付きで生成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06140" y="1371600"/>
            <a:ext cx="23317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6140" y="137160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4"/>
          <p:cNvSpPr/>
          <p:nvPr/>
        </p:nvSpPr>
        <p:spPr>
          <a:xfrm>
            <a:off x="4297680" y="164592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764792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061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架空の統計データ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543300" y="27889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もっともらしい数字を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出すが出典が存在しない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012180" y="1371600"/>
            <a:ext cx="23317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12180" y="1371600"/>
            <a:ext cx="2331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Shape 19"/>
          <p:cNvSpPr/>
          <p:nvPr/>
        </p:nvSpPr>
        <p:spPr>
          <a:xfrm>
            <a:off x="6903720" y="164592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764792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121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架空の人物情報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149340" y="27889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実在しない人物の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プロフィールを詳細に語る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85800" y="3886200"/>
            <a:ext cx="77724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3"/>
          <p:cNvSpPr/>
          <p:nvPr/>
        </p:nvSpPr>
        <p:spPr>
          <a:xfrm>
            <a:off x="960120" y="38862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AIは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「次に来そうな言葉を予測している」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だけ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ハルシネーションが起きやすい場面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" y="1188720"/>
            <a:ext cx="178308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" y="1188720"/>
            <a:ext cx="178308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087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294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専門知識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45820" y="2468880"/>
            <a:ext cx="14173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" y="2606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医療・法律・技術の詳細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674620" y="1188720"/>
            <a:ext cx="178308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74620" y="1188720"/>
            <a:ext cx="178308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087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7462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数値・統計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2857500" y="2468880"/>
            <a:ext cx="14173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66060" y="2606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出典のない数字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686300" y="1188720"/>
            <a:ext cx="178308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86300" y="1188720"/>
            <a:ext cx="178308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5087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8630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最新情報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4869180" y="2468880"/>
            <a:ext cx="14173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77740" y="2606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学習データ以降の出来事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697980" y="1188720"/>
            <a:ext cx="178308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97980" y="1188720"/>
            <a:ext cx="178308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50876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9798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マイナー情報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6880860" y="2468880"/>
            <a:ext cx="14173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789420" y="2606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知名度の低い人物・組織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02412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ファクトチェック 3ステップ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188720"/>
            <a:ext cx="21945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188720"/>
            <a:ext cx="21945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417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ソース確認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251460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「出典はどこ？」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とAIに聞く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672" y="2286000"/>
            <a:ext cx="320040" cy="320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74720" y="1188720"/>
            <a:ext cx="21945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0" y="1188720"/>
            <a:ext cx="21945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4343400" y="14173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47472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クロスチェック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749040" y="251460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118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別の情報源で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裏を取る</a:t>
            </a:r>
            <a:endParaRPr lang="en-US" sz="16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2286000"/>
            <a:ext cx="320040" cy="3200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126480" y="1188720"/>
            <a:ext cx="21945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26480" y="1188720"/>
            <a:ext cx="21945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1"/>
          <p:cNvSpPr/>
          <p:nvPr/>
        </p:nvSpPr>
        <p:spPr>
          <a:xfrm>
            <a:off x="6995160" y="141732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61264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専門家検証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400800" y="251460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6364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重要な判断は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専門家に確認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Text 26"/>
          <p:cNvSpPr/>
          <p:nvPr/>
        </p:nvSpPr>
        <p:spPr>
          <a:xfrm>
            <a:off x="960120" y="41605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この3つを習慣にするだけで、AIの嘘に騙されるリスクは大きく下がる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ソース確認の具体的なやり方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AIに「その情報の出典やURLを教えて」と聞く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URLが返ってきたら実際にアクセスして内容を確認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651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論文・書籍は著者名・発行年をGoogle Scholarで検索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832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337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引用元が実在しても原文と比較して正確性を確認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8" name="Text 12"/>
          <p:cNvSpPr/>
          <p:nvPr/>
        </p:nvSpPr>
        <p:spPr>
          <a:xfrm>
            <a:off x="960120" y="41605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ソース確認の習慣だけで、ハルシネーション被害は大幅に減少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097280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クロスチェックのコツ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" y="1188720"/>
            <a:ext cx="2331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118872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146304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581912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0100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9154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公式サイト・政府機関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大手メディアで確認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06140" y="1188720"/>
            <a:ext cx="2331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6140" y="118872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4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581912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06140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別のAIに聞く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49758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Copilot等に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同じ質問をぶつける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012180" y="1188720"/>
            <a:ext cx="2331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12180" y="118872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19"/>
          <p:cNvSpPr/>
          <p:nvPr/>
        </p:nvSpPr>
        <p:spPr>
          <a:xfrm>
            <a:off x="6903720" y="146304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581912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12180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公式DB検索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10362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官公庁統計・学術DB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業界団体の一次情報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85800" y="397764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8" name="Text 23"/>
          <p:cNvSpPr/>
          <p:nvPr/>
        </p:nvSpPr>
        <p:spPr>
          <a:xfrm>
            <a:off x="960120" y="39776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目安: 3つ以上の独立した情報源が一致すれば信頼度 HIGH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097280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専門家検証 — 人間のチェックが最後の砦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356616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234440"/>
            <a:ext cx="45720" cy="12801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法務・コンプライアンス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630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契約書の解釈、法的助言は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必ず法務部門・弁護士に確認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26280" y="1234440"/>
            <a:ext cx="356616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234440"/>
            <a:ext cx="45720" cy="12801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630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顧客提出資料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30352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提案書・報告書は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社内担当者がダブルチェック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85800" y="2743200"/>
            <a:ext cx="356616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2743200"/>
            <a:ext cx="45720" cy="12801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718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技術仕様・数値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4630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スペック、設定値、予算は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間違い許容ゼロ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526280" y="2743200"/>
            <a:ext cx="356616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26280" y="2743200"/>
            <a:ext cx="45720" cy="12801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718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意思決定の根拠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30352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経営判断・方針決定の根拠は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複数人で検証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情報の信頼性を評価する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1371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業務での扱い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103120"/>
            <a:ext cx="914400" cy="320040"/>
          </a:xfrm>
          <a:prstGeom prst="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03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1965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官公庁データ / 査読済み論文 / 公式プレスリリース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そのまま引用可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1546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697480"/>
            <a:ext cx="914400" cy="320040"/>
          </a:xfrm>
          <a:prstGeom prst="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697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2560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大手メディア記事 / 業界レポート / 企業ブログ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560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複数確認で引用可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37490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291840"/>
            <a:ext cx="914400" cy="320040"/>
          </a:xfrm>
          <a:prstGeom prst="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57400" y="3154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 / SNS投稿 / 個人ブログ / Wikipedia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必ず裏取りが必要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3657600"/>
            <a:ext cx="777240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6576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AIの回答は常に「CHECK」に分類されることを忘れない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80467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日常業務で使える5つのテクニック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371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「正確な情報が必要です。不確かなら教えて」と前置きする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965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「確信度を%で教えて」とAIに聞いて危険度を把握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AIで作った資料には「要検証」タグを付けて共有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154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チーム内でファクトチェック担当を明確にする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794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「AIが言っていた」を根拠にしない文化をつくる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63240" y="10972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AIは次の言葉を予測しているだけ。もっともらしいウソをつくことがある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3ステップ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19659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ソース確認 → クロスチェック → 専門家検証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信頼性評価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63240" y="2834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MID / CHECK の3段階で情報源を分類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実践の原則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063240" y="3703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AIの回答は「下書き」。最終確認は必ず人間が行う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A-107 修了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828800" y="2560320"/>
            <a:ext cx="54864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2697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ご視聴ありがとうございました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315468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次の動画もぜひご覧ください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00400" y="365760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「それ、出典ある？」を口癖にしましょう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皆さんの情報リテラシー向上を応援しています！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A-107: AI時代の情報リテラシー</dc:title>
  <dc:subject>PptxGenJS Presentation</dc:subject>
  <dc:creator>Gorilla Knowledge</dc:creator>
  <cp:lastModifiedBy>Gorilla Knowledge</cp:lastModifiedBy>
  <cp:revision>1</cp:revision>
  <dcterms:created xsi:type="dcterms:W3CDTF">2026-04-10T22:18:28Z</dcterms:created>
  <dcterms:modified xsi:type="dcterms:W3CDTF">2026-04-10T22:18:28Z</dcterms:modified>
</cp:coreProperties>
</file>