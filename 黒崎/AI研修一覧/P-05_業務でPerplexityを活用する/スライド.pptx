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業務でPerplexityを活用する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実践ケーススタディ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全社員向け実践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各部門でのPerplexity活用パターンを3つ以上挙げられる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Perplexityを使った業務効率化の具体的な手順を実践できる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チームでPerplexityを共有活用する方法を理解している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業務でのAI検索活用マップ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4380" y="914400"/>
            <a:ext cx="1417320" cy="2377440"/>
          </a:xfrm>
          <a:prstGeom prst="rect">
            <a:avLst>
              <a:gd name="adj" fmla="val 322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972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438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5820" y="18745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商談前リサーチ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業界動向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308860" y="914400"/>
            <a:ext cx="1417320" cy="2377440"/>
          </a:xfrm>
          <a:prstGeom prst="rect">
            <a:avLst>
              <a:gd name="adj" fmla="val 3226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097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0886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400300" y="18745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863340" y="914400"/>
            <a:ext cx="1417320" cy="2377440"/>
          </a:xfrm>
          <a:prstGeom prst="rect">
            <a:avLst>
              <a:gd name="adj" fmla="val 322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972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6334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954780" y="18745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採用トレンド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法改正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17820" y="914400"/>
            <a:ext cx="1417320" cy="2377440"/>
          </a:xfrm>
          <a:prstGeom prst="rect">
            <a:avLst>
              <a:gd name="adj" fmla="val 322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0972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782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経理/法務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509260" y="18745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税制・法令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Academic検索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972300" y="914400"/>
            <a:ext cx="1417320" cy="2377440"/>
          </a:xfrm>
          <a:prstGeom prst="rect">
            <a:avLst>
              <a:gd name="adj" fmla="val 32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0972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7230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063740" y="18745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技術調査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エラー解決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65760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0120" y="361188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共通ニーズ：最新の正確な情報を、出典付きで素早く手に入れたい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 — 商談前の企業リサーチ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22960"/>
            <a:ext cx="777240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8229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「〇〇株式会社の最新ニュースと事業課題を教えて」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554480"/>
            <a:ext cx="2286000" cy="1645920"/>
          </a:xfrm>
          <a:prstGeom prst="rect">
            <a:avLst>
              <a:gd name="adj" fmla="val 2778"/>
            </a:avLst>
          </a:prstGeom>
          <a:solidFill>
            <a:srgbClr val="FAFBFC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169164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プレスリリース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331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直近のニュース・発表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出典付きで取得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29000" y="1554480"/>
            <a:ext cx="2286000" cy="1645920"/>
          </a:xfrm>
          <a:prstGeom prst="rect">
            <a:avLst>
              <a:gd name="adj" fmla="val 2778"/>
            </a:avLst>
          </a:prstGeom>
          <a:solidFill>
            <a:srgbClr val="FAFBFC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69164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決算情報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20440" y="2331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売上・利益の推移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業界ポジション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989320" y="1554480"/>
            <a:ext cx="2286000" cy="1645920"/>
          </a:xfrm>
          <a:prstGeom prst="rect">
            <a:avLst>
              <a:gd name="adj" fmla="val 2778"/>
            </a:avLst>
          </a:prstGeom>
          <a:solidFill>
            <a:srgbClr val="FAFBFC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69164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893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出典リンク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080760" y="2331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原典に飛んで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裏取り可能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85800" y="3474720"/>
            <a:ext cx="292608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準備30分 → 5分に短縮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【実演ポイント】商談前リサーチ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9144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Searchをオンにする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（複数情報源を横断深掘り）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19202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「〇〇社の直近1年の事業戦略と課題を要約して」と入力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（期間指定で古い情報を排除）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29260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出典リンクを確認し、重要な数字は原典でファクトチェック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931920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120" y="388620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コツ：条件を具体的にすると精度UP（「直近1年」「事業課題」など）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 — 市場調査・競合分析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22960"/>
            <a:ext cx="777240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8229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「日本のサブスク市場の2025年規模と成長率、主要プレーヤーを教えて」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463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Searchで一発取得：市場規模、CAGR、主要企業、トレンド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103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フォローアップ：「成長率が最も高いセグメントは？」で深掘り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889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出典付きなので企画書にそのまま引用可能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85800" y="3566160"/>
            <a:ext cx="411480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調査レポート1本分の概要が数分で手に入る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 — 採用トレンド・法改正キャッチアップ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3566160" cy="2286000"/>
          </a:xfrm>
          <a:prstGeom prst="rect">
            <a:avLst>
              <a:gd name="adj" fmla="val 2000"/>
            </a:avLst>
          </a:prstGeom>
          <a:solidFill>
            <a:srgbClr val="D1FAE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採用トレンド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1371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「2025年のエンジニア採用市場の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トレンドと平均年収」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求人倍率・年収相場・人気技術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17720" y="914400"/>
            <a:ext cx="3566160" cy="2286000"/>
          </a:xfrm>
          <a:prstGeom prst="rect">
            <a:avLst>
              <a:gd name="adj" fmla="val 2000"/>
            </a:avLst>
          </a:prstGeom>
          <a:solidFill>
            <a:srgbClr val="FEF3C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法改正キャッチアップ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54880" y="1371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「2025年4月施行の労働関連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法改正の要点」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改正内容を箇条書きで整理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2044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47472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法改正の見落としは大きなリスク。出典が官公庁サイトであることを必ず確認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経理/法務 — 税制改正・法令調査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2296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4183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8229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Focus「Academic」= 学術論文・公的機関の資料を優先検索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1463040"/>
            <a:ext cx="777240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14630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「インボイス制度の経過措置終了後の実務対応」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国税庁ガイドライン・税務専門解説を出典付きで取得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85800" y="2743200"/>
            <a:ext cx="7772400" cy="640080"/>
          </a:xfrm>
          <a:prstGeom prst="rect">
            <a:avLst>
              <a:gd name="adj" fmla="val 7143"/>
            </a:avLst>
          </a:prstGeom>
          <a:solidFill>
            <a:srgbClr val="FEF3C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803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2743200"/>
            <a:ext cx="7178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重要：法令解釈・税務判断は最終的に顧問税理士・弁護士に確認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Perplexityは「調査の起点」として使う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チーム活用：コレクション共有・Spaces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3566160" cy="2011680"/>
          </a:xfrm>
          <a:prstGeom prst="rect">
            <a:avLst>
              <a:gd name="adj" fmla="val 2273"/>
            </a:avLst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コレクション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検索スレッドをフォルダのように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整理・保存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「競合調査」「法改正」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「技術トレンド」をテーマ別に管理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17720" y="914400"/>
            <a:ext cx="3566160" cy="2011680"/>
          </a:xfrm>
          <a:prstGeom prst="rect">
            <a:avLst>
              <a:gd name="adj" fmla="val 2273"/>
            </a:avLst>
          </a:prstGeom>
          <a:solidFill>
            <a:srgbClr val="D1FA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5488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チームメンバーとスレッド・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コレクションを共有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ワークスペースで情報の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属人化を防止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24612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例：営業チームで「商談先企業リサーチ」Spaceを作成 → メンバーの調査結果がチームのナレッジに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導入のコツ：まず1日3回使ってみる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914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既存業務の置き換えから始める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234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Google検索の代わりにPerplexityを使う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1日3回、意識的に使う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240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朝：ニュース / 昼：調べもの / 夕：翌日準備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2926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週次で振り返り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2461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「Perplexityで解決できた業務」をメモする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840480"/>
            <a:ext cx="777240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2週間続ければ習慣化。小さな成功体験の積み重ねがカギ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— Perplexity研修 全5回の振り返り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640080" cy="365760"/>
          </a:xfrm>
          <a:prstGeom prst="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868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868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なぜ今Perplexityなのか（AI検索の価値）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132588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463040"/>
            <a:ext cx="640080" cy="365760"/>
          </a:xfrm>
          <a:prstGeom prst="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463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基本操作（検索・対話・出典確認）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057400"/>
            <a:ext cx="640080" cy="365760"/>
          </a:xfrm>
          <a:prstGeom prst="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057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2057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高度な検索テクニック（Focus・Pro Search）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251460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651760"/>
            <a:ext cx="640080" cy="365760"/>
          </a:xfrm>
          <a:prstGeom prst="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Google検索との使い分け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310896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246120"/>
            <a:ext cx="640080" cy="365760"/>
          </a:xfrm>
          <a:prstGeom prst="rect">
            <a:avLst>
              <a:gd name="adj" fmla="val 75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46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業務での実践活用（← 今日）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931920"/>
            <a:ext cx="777240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確認テスト：5問中4問正解で修了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Perplexity研修 完了！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AI検索を武器に、業務をもっと効率的に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全5回修了おめでとうございます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P-05: 業務でPerplexityを活用する -- 実践ケーススタディ</dc:title>
  <dc:subject>PptxGenJS Presentation</dc:subject>
  <dc:creator>Gorilla Knowledge</dc:creator>
  <cp:lastModifiedBy>Gorilla Knowledge</cp:lastModifiedBy>
  <cp:revision>1</cp:revision>
  <dcterms:created xsi:type="dcterms:W3CDTF">2026-04-01T08:06:12Z</dcterms:created>
  <dcterms:modified xsi:type="dcterms:W3CDTF">2026-04-01T08:06:12Z</dcterms:modified>
</cp:coreProperties>
</file>