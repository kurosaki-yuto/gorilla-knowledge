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なぜ今AI動画なのか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2402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Veo3が最強な理由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  |   ビジネスパーソン向け入門   |   約12分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8046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77724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2070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207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AI動画が注目される理由を理解する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1874520"/>
            <a:ext cx="77724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198424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984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主要なAI動画ツールの全体像を把握する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651760"/>
            <a:ext cx="77724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276148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761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Veo3が最強と言える3つの理由を説明できる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3429000"/>
            <a:ext cx="77724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353872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538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自分の業務での活用イメージを持つ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動画制作の革命 — Before / After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7772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80360"/>
                <a:gridCol w="28803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Before（従来）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After（AI活用）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プロモ動画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30万円・2週間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無料・30分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SNS動画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3時間・編集ソフト必要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30秒・テキスト入力だけ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研修動画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撮影チーム必要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1人で完結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ナレーション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声優手配・スタジオ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AIが自動生成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AI動画ツール 4大カテゴリ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1828800" cy="292608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097280"/>
            <a:ext cx="1828800" cy="73152"/>
          </a:xfrm>
          <a:prstGeom prst="rect">
            <a:avLst>
              <a:gd name="adj" fmla="val 100000"/>
            </a:avLst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4173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 → 動画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2651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文章を入力するだけで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映像が生成される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1097280"/>
            <a:ext cx="1828800" cy="292608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1097280"/>
            <a:ext cx="1828800" cy="73152"/>
          </a:xfrm>
          <a:prstGeom prst="rect">
            <a:avLst>
              <a:gd name="adj" fmla="val 100000"/>
            </a:avLst>
          </a:prstGeom>
          <a:solidFill>
            <a:srgbClr val="0596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337560" y="141732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 → 動画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43200" y="2651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静止画をアップロードして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動画に変換する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1097280"/>
            <a:ext cx="1828800" cy="292608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097280"/>
            <a:ext cx="1828800" cy="73152"/>
          </a:xfrm>
          <a:prstGeom prst="rect">
            <a:avLst>
              <a:gd name="adj" fmla="val 100000"/>
            </a:avLst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03520" y="14173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0916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アバター動画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09160" y="2651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AIの人物がカメラに向かって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話す動画を生成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1097280"/>
            <a:ext cx="1828800" cy="292608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0" y="1097280"/>
            <a:ext cx="1828800" cy="73152"/>
          </a:xfrm>
          <a:prstGeom prst="rect">
            <a:avLst>
              <a:gd name="adj" fmla="val 100000"/>
            </a:avLst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7269480" y="14173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72694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512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AI音声合成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75120" y="2651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テキストから自然な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音声を生成する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4大ツール比較表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51560"/>
          <a:ext cx="7772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554480"/>
                <a:gridCol w="155448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Veo3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Gen-4.5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HeyGen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ElevenLabs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得意分野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テキスト/画像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→動画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高品質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映像生成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アバター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AI音声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価格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無料枠あり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月$12〜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月$29〜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無料枠あり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音声生成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同時生成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追加機能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リップシンク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音声専門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Google連携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簡単操作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最高画質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一貫性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175言語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70言語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声クローン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5331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なぜVeo3が最強なのか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374904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051560"/>
            <a:ext cx="54864" cy="1508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1732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無料で使える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1691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/ Gemini経由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お金をかけずに動画生成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374904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5156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9496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操作が簡単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4960" y="1691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専門知識不要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テキストを入力するだけ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2743200"/>
            <a:ext cx="374904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2743200"/>
            <a:ext cx="54864" cy="1508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1732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音声同時生成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3383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他ツールにない唯一の強み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セリフ・効果音も一括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743200"/>
            <a:ext cx="374904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743200"/>
            <a:ext cx="54864" cy="1508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39496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Google連携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3383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Googleアカウントだけで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すぐに始められる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5331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Veo3の3つの強み — 詳細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2468880" cy="3291840"/>
          </a:xfrm>
          <a:prstGeom prst="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91640" y="123444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無料で始められる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2286000"/>
            <a:ext cx="1920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423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AI Studioで無料枠利用可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One AI Premium: $19.99/月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14日間の無料トライアルあり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1051560"/>
            <a:ext cx="2468880" cy="3291840"/>
          </a:xfrm>
          <a:prstGeom prst="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43400" y="12344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音声も同時に作れる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11880" y="2286000"/>
            <a:ext cx="1920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423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セリフ・効果音を同時生成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1080pの高画質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別途音声ツール不要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1051560"/>
            <a:ext cx="2468880" cy="3291840"/>
          </a:xfrm>
          <a:prstGeom prst="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95160" y="123444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Googleアカウントだけ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2286000"/>
            <a:ext cx="1920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423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/ AI Studio経由でアクセス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追加アプリインストール不要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ブラウザだけで完結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用途別 使い分けマップ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SNSショート動画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1051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0" y="1097280"/>
            <a:ext cx="2011680" cy="411480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1051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無料で手軽に量産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高品質プロモ動画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1737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0" y="1783080"/>
            <a:ext cx="2011680" cy="411480"/>
          </a:xfrm>
          <a:prstGeom prst="rect">
            <a:avLst>
              <a:gd name="adj" fmla="val 11111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Gen-4.5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1737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最高画質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顔出し説明動画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17520" y="2423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0" y="2468880"/>
            <a:ext cx="2011680" cy="411480"/>
          </a:xfrm>
          <a:prstGeom prst="rect">
            <a:avLst>
              <a:gd name="adj" fmla="val 11111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AIアバター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ナレーション追加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17520" y="3108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57600" y="3154680"/>
            <a:ext cx="2011680" cy="411480"/>
          </a:xfrm>
          <a:prstGeom prst="rect">
            <a:avLst>
              <a:gd name="adj" fmla="val 11111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3154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音声専門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3749040"/>
            <a:ext cx="7772400" cy="594360"/>
          </a:xfrm>
          <a:prstGeom prst="rect">
            <a:avLst>
              <a:gd name="adj" fmla="val 9231"/>
            </a:avLst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794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まず最初に試すなら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017520" y="3794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657600" y="3840480"/>
            <a:ext cx="2011680" cy="411480"/>
          </a:xfrm>
          <a:prstGeom prst="rect">
            <a:avLst>
              <a:gd name="adj" fmla="val 11111"/>
            </a:avLst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0" y="3840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3794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無料・簡単・音声付き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5331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業務活用シーン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1828800" cy="310896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05156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マーケティング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2240280"/>
            <a:ext cx="1463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77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製品紹介動画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834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キャンペーン告知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291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LP用動画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51760" y="1051560"/>
            <a:ext cx="1828800" cy="310896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51760" y="1051560"/>
            <a:ext cx="18288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74320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34640" y="2240280"/>
            <a:ext cx="1463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2377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提案資料の動画化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88920" y="2834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顧客向けデモ動画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88920" y="3291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事例紹介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1051560"/>
            <a:ext cx="1828800" cy="310896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105156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70916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研修・教育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00600" y="2240280"/>
            <a:ext cx="1463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377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社内研修動画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2834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マニュアル動画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291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オンボーディング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1051560"/>
            <a:ext cx="1828800" cy="310896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0" y="1051560"/>
            <a:ext cx="1828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67512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SNS運用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766560" y="2240280"/>
            <a:ext cx="1463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2377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Instagram Reels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2834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TikTok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20840" y="3291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YouTube Shorts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AI動画生成の注意点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7772400" cy="1005840"/>
          </a:xfrm>
          <a:prstGeom prst="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0020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著作権・利用規約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1508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商用利用の可否をツールごとに確認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生成物の権利帰属を把握する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194560"/>
            <a:ext cx="7772400" cy="1005840"/>
          </a:xfrm>
          <a:prstGeom prst="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002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品質チェック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AIは完璧ではない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不自然な表現・誤情報を人の目で確認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337560"/>
            <a:ext cx="7772400" cy="1005840"/>
          </a:xfrm>
          <a:prstGeom prst="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60020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ブランドガイドライン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3794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企業ロゴ・色使い・トーンが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自社基準に合っているか確認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18872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170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25880" y="1097280"/>
            <a:ext cx="71323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11430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AI動画ツールで、動画制作のコストと時間が劇的に下がった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01168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25880" y="1920240"/>
            <a:ext cx="71323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08760" y="19659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ツールは4カテゴリ（テキスト→動画、画像→動画、アバター、音声）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83464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25880" y="2743200"/>
            <a:ext cx="71323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08760" y="27889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Veo3は無料・簡単・音声同時生成の3拍子揃った最強ツール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365760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639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325880" y="3566160"/>
            <a:ext cx="71323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508760" y="36118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まずVeo3から始めて、用途に応じて他ツールを使い分ける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確認テストに進みましょう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全5問 — 今日学んだ内容を確認しましょう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  |   なぜ今AI動画なのか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P-01: なぜ今AI動画なのか＋Veo3が最強な理由</dc:title>
  <dc:subject>PptxGenJS Presentation</dc:subject>
  <dc:creator>Gorilla Knowledge</dc:creator>
  <cp:lastModifiedBy>Gorilla Knowledge</cp:lastModifiedBy>
  <cp:revision>1</cp:revision>
  <dcterms:created xsi:type="dcterms:W3CDTF">2026-04-03T21:38:18Z</dcterms:created>
  <dcterms:modified xsi:type="dcterms:W3CDTF">2026-04-03T21:38:18Z</dcterms:modified>
</cp:coreProperties>
</file>