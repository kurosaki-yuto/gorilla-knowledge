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4820" y="77724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3 基本操作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2926080" y="2423160"/>
            <a:ext cx="329184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テキスト→動画、画像→動画の基本を学ぶ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  |  全社員  |  12分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0116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960120"/>
            <a:ext cx="7772400" cy="868680"/>
          </a:xfrm>
          <a:prstGeom prst="rect">
            <a:avLst>
              <a:gd name="adj" fmla="val 6316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344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06984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828800" y="112471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Geminiでテキストから動画を生成できるようになる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85800" y="2057400"/>
            <a:ext cx="7772400" cy="868680"/>
          </a:xfrm>
          <a:prstGeom prst="rect">
            <a:avLst>
              <a:gd name="adj" fmla="val 631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317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16712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828800" y="22219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Image-to-Videoの操作方法を理解する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85800" y="3154680"/>
            <a:ext cx="7772400" cy="868680"/>
          </a:xfrm>
          <a:prstGeom prst="rect">
            <a:avLst>
              <a:gd name="adj" fmla="val 6316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290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26440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28800" y="331927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Text-to-VideoとImage-to-Videoの使い分けを判断できる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197864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2つの入り口: Gemini vs Flow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960120"/>
            <a:ext cx="164592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960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項目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68880" y="960120"/>
            <a:ext cx="292608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960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94960" y="960120"/>
            <a:ext cx="292608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960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1371600"/>
            <a:ext cx="1645920" cy="7772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3716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468880" y="1371600"/>
            <a:ext cx="2926080" cy="7772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13716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gemini.google.com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94960" y="1371600"/>
            <a:ext cx="2926080" cy="7772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3716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flow.google.com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2148840"/>
            <a:ext cx="1645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1488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操作感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468880" y="2148840"/>
            <a:ext cx="2926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21488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チャット型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話しかけるだけ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94960" y="2148840"/>
            <a:ext cx="2926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21488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スタジオ型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細かく調整できる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2926080"/>
            <a:ext cx="1645920" cy="7772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29260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向いている用途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468880" y="2926080"/>
            <a:ext cx="2926080" cy="7772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29260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ラフ案・アイデア出し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94960" y="2926080"/>
            <a:ext cx="2926080" cy="7772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29260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清書・本番用映像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3703320"/>
            <a:ext cx="1645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37033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生成上限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468880" y="3703320"/>
            <a:ext cx="2926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0" y="37033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1日あたり制限あり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394960" y="3703320"/>
            <a:ext cx="2926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37033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プロジェクト単位で管理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078992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Geminiでの操作手順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7772400" cy="713232"/>
          </a:xfrm>
          <a:prstGeom prst="rect">
            <a:avLst>
              <a:gd name="adj" fmla="val 641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09728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43000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83080" y="10058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783080" y="1325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gemini.google.com を開く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618488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85800" y="1828800"/>
            <a:ext cx="7772400" cy="713232"/>
          </a:xfrm>
          <a:prstGeom prst="rect">
            <a:avLst>
              <a:gd name="adj" fmla="val 641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2960" y="19659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011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18745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783080" y="21945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Googleアカウントでログイン</a:t>
            </a:r>
            <a:endParaRPr lang="en-US" sz="14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487168"/>
            <a:ext cx="182880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85800" y="2697480"/>
            <a:ext cx="7772400" cy="713232"/>
          </a:xfrm>
          <a:prstGeom prst="rect">
            <a:avLst>
              <a:gd name="adj" fmla="val 641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22960" y="283464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880360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783080" y="27432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プロンプト入力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1783080" y="3063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「〜の動画を作って」と自然な日本語で入力</a:t>
            </a:r>
            <a:endParaRPr lang="en-US" sz="14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3355848"/>
            <a:ext cx="182880" cy="18288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685800" y="3566160"/>
            <a:ext cx="7772400" cy="713232"/>
          </a:xfrm>
          <a:prstGeom prst="rect">
            <a:avLst>
              <a:gd name="adj" fmla="val 641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822960" y="370332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3749040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783080" y="36118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1783080" y="3931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送信して30秒〜2分待つ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9144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実演: Geminiでテキスト→動画生成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2286000" y="2697480"/>
            <a:ext cx="45720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Geminiに話しかけるだけで動画が生まれる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  |  DEMO 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841248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Flowでの操作手順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7772400" cy="530352"/>
          </a:xfrm>
          <a:prstGeom prst="rect">
            <a:avLst>
              <a:gd name="adj" fmla="val 6897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98755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02412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0200" y="9326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600200" y="1188720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flow.google.com を開く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" y="1536192"/>
            <a:ext cx="7772400" cy="530352"/>
          </a:xfrm>
          <a:prstGeom prst="rect">
            <a:avLst>
              <a:gd name="adj" fmla="val 689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1609344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645920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0020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新規プロジェクト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600200" y="1810512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プロジェクトを作成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85800" y="2157984"/>
            <a:ext cx="7772400" cy="530352"/>
          </a:xfrm>
          <a:prstGeom prst="rect">
            <a:avLst>
              <a:gd name="adj" fmla="val 6897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77240" y="2231136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26771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2176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モデル選択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600200" y="2432304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「Veo 3」を指定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85800" y="2779776"/>
            <a:ext cx="7772400" cy="530352"/>
          </a:xfrm>
          <a:prstGeom prst="rect">
            <a:avLst>
              <a:gd name="adj" fmla="val 689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77240" y="2852928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2889504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00200" y="27980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プロンプト入力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600200" y="3054096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カメラアングル・照明・動きを詳細に記述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85800" y="3401568"/>
            <a:ext cx="7772400" cy="530352"/>
          </a:xfrm>
          <a:prstGeom prst="rect">
            <a:avLst>
              <a:gd name="adj" fmla="val 6897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77240" y="347472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3511296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00200" y="34198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調整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1600200" y="3675888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Extend（尺延長）・カメラワーク設定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85800" y="4023360"/>
            <a:ext cx="7772400" cy="530352"/>
          </a:xfrm>
          <a:prstGeom prst="rect">
            <a:avLst>
              <a:gd name="adj" fmla="val 689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77240" y="409651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4133088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600200" y="4041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1600200" y="4297680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設定完了後、生成を実行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841248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使い分けのコツ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3657600" cy="2926080"/>
          </a:xfrm>
          <a:prstGeom prst="rect">
            <a:avLst>
              <a:gd name="adj" fmla="val 25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097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= ラフ案</a:t>
            </a:r>
            <a:endParaRPr lang="en-US" sz="2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91640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34440" y="16276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アイデアを素早く形にしたい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94560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21305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方向性を確認したい</a:t>
            </a:r>
            <a:endParaRPr lang="en-US" sz="14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697480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26334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複数パターンを試したい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800600" y="1005840"/>
            <a:ext cx="3657600" cy="2926080"/>
          </a:xfrm>
          <a:prstGeom prst="rect">
            <a:avLst>
              <a:gd name="adj" fmla="val 2500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983480" y="1097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= 清書</a:t>
            </a:r>
            <a:endParaRPr lang="en-US" sz="2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691640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49240" y="16276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カメラワークを指定したい</a:t>
            </a:r>
            <a:endParaRPr lang="en-US" sz="14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194560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49240" y="21305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尺を延長したい</a:t>
            </a:r>
            <a:endParaRPr lang="en-US" sz="14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697480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349240" y="26334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本番映像を仕上げたい</a:t>
            </a:r>
            <a:endParaRPr lang="en-US" sz="14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219456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9144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実演: 画像→動画変換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2286000" y="2697480"/>
            <a:ext cx="45720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静止画が映像に変わるImage-to-Videoの実力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  |  DEMO 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435608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4356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Image-to-Videoの注意点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7772400" cy="594360"/>
          </a:xfrm>
          <a:prstGeom prst="rect">
            <a:avLst>
              <a:gd name="adj" fmla="val 7692"/>
            </a:avLst>
          </a:prstGeom>
          <a:solidFill>
            <a:srgbClr val="FEF3C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15568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005840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プロンプトには「どう動かすか」だけ書く。被写体の説明は書かない。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1828800"/>
            <a:ext cx="3749040" cy="1645920"/>
          </a:xfrm>
          <a:prstGeom prst="rect">
            <a:avLst>
              <a:gd name="adj" fmla="val 333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1901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NG例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22960" y="22860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「高層ビルの外観。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カメラが上にパンする」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22960" y="3017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被写体の説明が余計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09160" y="1828800"/>
            <a:ext cx="3749040" cy="1645920"/>
          </a:xfrm>
          <a:prstGeom prst="rect">
            <a:avLst>
              <a:gd name="adj" fmla="val 333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92024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20640" y="1901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OK例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846320" y="22860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「カメラがゆっくり上にティルト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する。空に雲が流れている」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846320" y="3017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動きだけを指示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316736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Text-to-Video vs Image-to-Video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960120"/>
            <a:ext cx="27432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960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シーン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66160" y="960120"/>
            <a:ext cx="201168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おすすめ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577840" y="960120"/>
            <a:ext cx="27432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577840" y="960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1371600"/>
            <a:ext cx="2743200" cy="7772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3716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ゼロからイメージを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作りたい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66160" y="1371600"/>
            <a:ext cx="2011680" cy="7772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13716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Text-to-Video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77840" y="1371600"/>
            <a:ext cx="2743200" cy="7772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13716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自由度が高い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2148840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1488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既存の写真を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動かしたい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566160" y="214884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21488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Image-to-Video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577840" y="2148840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21488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元画像の品質を活かせる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2926080"/>
            <a:ext cx="2743200" cy="7772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29260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ブランドカラーを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維持したい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566160" y="2926080"/>
            <a:ext cx="2011680" cy="7772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29260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Image-to-Video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577840" y="2926080"/>
            <a:ext cx="2743200" cy="7772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29260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デザイン済み素材を使える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3703320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37033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複数パターンを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素早く試したい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566160" y="370332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0" y="37033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Text-to-Video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577840" y="3703320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0" y="37033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テキスト変更だけで済む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197864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7772400" cy="594360"/>
          </a:xfrm>
          <a:prstGeom prst="rect">
            <a:avLst>
              <a:gd name="adj" fmla="val 7692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5156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100584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645920" y="9601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3の入り口は2つ: Gemini（ラフ案）とFlow（清書）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5800" y="1627632"/>
            <a:ext cx="7772400" cy="594360"/>
          </a:xfrm>
          <a:prstGeom prst="rect">
            <a:avLst>
              <a:gd name="adj" fmla="val 7692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6479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1719072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645920" y="167335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Geminiは4ステップで動画生成: アクセス→ログイン→プロンプト→生成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85800" y="2340864"/>
            <a:ext cx="7772400" cy="594360"/>
          </a:xfrm>
          <a:prstGeom prst="rect">
            <a:avLst>
              <a:gd name="adj" fmla="val 7692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7802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2432304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645920" y="2386584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Flowはカメラワークや尺の延長など細かい調整が可能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85800" y="3054096"/>
            <a:ext cx="7772400" cy="594360"/>
          </a:xfrm>
          <a:prstGeom prst="rect">
            <a:avLst>
              <a:gd name="adj" fmla="val 7692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191256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3145536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645920" y="309981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Image-to-Videoのプロンプトは「動きだけ」書く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85800" y="3767328"/>
            <a:ext cx="7772400" cy="594360"/>
          </a:xfrm>
          <a:prstGeom prst="rect">
            <a:avLst>
              <a:gd name="adj" fmla="val 7692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90448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88720" y="3858768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645920" y="381304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Text-to-VideoとImage-to-Videoは目的に応じて使い分ける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4820" y="109728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確認テストへ進みましょう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2926080" y="2697480"/>
            <a:ext cx="329184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5問・4択・合格ライン80点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  |  Veo 3 基本操作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P-02: Veo 3 基本操作</dc:title>
  <dc:subject>PptxGenJS Presentation</dc:subject>
  <dc:creator>Gorilla Knowledge</dc:creator>
  <cp:lastModifiedBy>Gorilla Knowledge</cp:lastModifiedBy>
  <cp:revision>1</cp:revision>
  <dcterms:created xsi:type="dcterms:W3CDTF">2026-04-04T03:11:08Z</dcterms:created>
  <dcterms:modified xsi:type="dcterms:W3CDTF">2026-04-04T03:11:08Z</dcterms:modified>
</cp:coreProperties>
</file>