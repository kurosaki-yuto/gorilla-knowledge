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AI動画生成で</a:t>
            </a:r>
            <a:endParaRPr lang="en-US" sz="4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SNS・プロモーション動画を制作する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6  |  Lecture 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   |   なぜVeo 3一本でいいのか   |   約12分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この講義が終わったら、あなたは...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051560"/>
            <a:ext cx="7772400" cy="548640"/>
          </a:xfrm>
          <a:prstGeom prst="rect">
            <a:avLst>
              <a:gd name="adj" fmla="val 13333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051560"/>
            <a:ext cx="7772400" cy="36576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170432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17043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10972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AI動画生成の全体像を理解し、自分の業務での活用イメージが持てる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1709928"/>
            <a:ext cx="7772400" cy="548640"/>
          </a:xfrm>
          <a:prstGeom prst="rect">
            <a:avLst>
              <a:gd name="adj" fmla="val 13333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1709928"/>
            <a:ext cx="7772400" cy="36576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182880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1828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80160" y="1755648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従来の動画制作の課題（コスト・時間・スキル）を整理できる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2368296"/>
            <a:ext cx="7772400" cy="548640"/>
          </a:xfrm>
          <a:prstGeom prst="rect">
            <a:avLst>
              <a:gd name="adj" fmla="val 13333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2368296"/>
            <a:ext cx="7772400" cy="36576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" y="2487168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48716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80160" y="2414016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Veo 3が他のツールと何が違うのかを説明できる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85800" y="3026664"/>
            <a:ext cx="7772400" cy="548640"/>
          </a:xfrm>
          <a:prstGeom prst="rect">
            <a:avLst>
              <a:gd name="adj" fmla="val 13333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3026664"/>
            <a:ext cx="7772400" cy="36576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4" name="Shape 22"/>
          <p:cNvSpPr/>
          <p:nvPr/>
        </p:nvSpPr>
        <p:spPr>
          <a:xfrm>
            <a:off x="822960" y="3145536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314553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80160" y="3072384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自分に合った料金プランを選べる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85800" y="3685032"/>
            <a:ext cx="7772400" cy="548640"/>
          </a:xfrm>
          <a:prstGeom prst="rect">
            <a:avLst>
              <a:gd name="adj" fmla="val 13333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3685032"/>
            <a:ext cx="7772400" cy="36576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9" name="Shape 27"/>
          <p:cNvSpPr/>
          <p:nvPr/>
        </p:nvSpPr>
        <p:spPr>
          <a:xfrm>
            <a:off x="822960" y="3803904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380390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80160" y="373075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Veo 3の得意・不得意を理解し、適切な用途で活用できる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今日のアジェンダ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051560"/>
            <a:ext cx="7772400" cy="411480"/>
          </a:xfrm>
          <a:prstGeom prst="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0515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パート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57400" y="10515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テーマ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60920" y="10515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1508760"/>
            <a:ext cx="7772400" cy="502920"/>
          </a:xfrm>
          <a:prstGeom prst="rect">
            <a:avLst>
              <a:gd name="adj" fmla="val 7273"/>
            </a:avLst>
          </a:prstGeom>
          <a:solidFill>
            <a:srgbClr val="DBEAFE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150876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057400" y="15087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なぜVeo 3一本でいいのか  ◀ NOW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60920" y="150876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12分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2103120"/>
            <a:ext cx="7772400" cy="50292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10312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05740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Veo 3の基本操作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60920" y="210312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15分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85800" y="2697480"/>
            <a:ext cx="7772400" cy="502920"/>
          </a:xfrm>
          <a:prstGeom prst="rect">
            <a:avLst>
              <a:gd name="adj" fmla="val 7273"/>
            </a:avLst>
          </a:prstGeom>
          <a:solidFill>
            <a:srgbClr val="FAFBFC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69748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05740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プロンプト設計マスター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60920" y="269748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15分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85800" y="3291840"/>
            <a:ext cx="7772400" cy="50292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29184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05740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× PDCA戦略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60920" y="329184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12分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85800" y="3886200"/>
            <a:ext cx="7772400" cy="502920"/>
          </a:xfrm>
          <a:prstGeom prst="rect">
            <a:avLst>
              <a:gd name="adj" fmla="val 7273"/>
            </a:avLst>
          </a:prstGeom>
          <a:solidFill>
            <a:srgbClr val="FAFBF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8862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05740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業界別テンプレートと実践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360920" y="38862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15分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動画制作の4つの壁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188720"/>
            <a:ext cx="1783080" cy="2560320"/>
          </a:xfrm>
          <a:prstGeom prst="rect">
            <a:avLst>
              <a:gd name="adj" fmla="val 410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188720"/>
            <a:ext cx="1783080" cy="36576"/>
          </a:xfrm>
          <a:prstGeom prst="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777240" y="210312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外注1本30万円〜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51760" y="1188720"/>
            <a:ext cx="1783080" cy="2560320"/>
          </a:xfrm>
          <a:prstGeom prst="rect">
            <a:avLst>
              <a:gd name="adj" fmla="val 410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51760" y="1188720"/>
            <a:ext cx="1783080" cy="36576"/>
          </a:xfrm>
          <a:prstGeom prst="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137160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2743200" y="210312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743200" y="251460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企画〜納品まで数週間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17720" y="1188720"/>
            <a:ext cx="1783080" cy="2560320"/>
          </a:xfrm>
          <a:prstGeom prst="rect">
            <a:avLst>
              <a:gd name="adj" fmla="val 410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17720" y="1188720"/>
            <a:ext cx="1783080" cy="36576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4617720" y="137160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スキル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709160" y="251460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Premiere Pro等の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専門ソフトが必要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0" y="1188720"/>
            <a:ext cx="1783080" cy="2560320"/>
          </a:xfrm>
          <a:prstGeom prst="rect">
            <a:avLst>
              <a:gd name="adj" fmla="val 410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0" y="1188720"/>
            <a:ext cx="1783080" cy="36576"/>
          </a:xfrm>
          <a:prstGeom prst="rect">
            <a:avLst>
              <a:gd name="adj" fmla="val 50000"/>
            </a:avLst>
          </a:prstGeom>
          <a:solidFill>
            <a:srgbClr val="2D4A7A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137160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6675120" y="210312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ツール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675120" y="251460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3つ以上のツールを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使い分け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5800" y="3931920"/>
            <a:ext cx="7772400" cy="457200"/>
          </a:xfrm>
          <a:prstGeom prst="rect">
            <a:avLst>
              <a:gd name="adj" fmla="val 16000"/>
            </a:avLst>
          </a:prstGeom>
          <a:solidFill>
            <a:srgbClr val="FEE2E2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9319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これらの壁が、多くの人にとって動画制作を遠ざけていた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Veo 3が「一本で済む」理由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097280"/>
            <a:ext cx="7772400" cy="457200"/>
          </a:xfrm>
          <a:prstGeom prst="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097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機能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20440" y="10972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従来（複数ツール）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80760" y="1097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Veo 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1600200"/>
            <a:ext cx="7772400" cy="50292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6002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映像生成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16002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080760" y="16002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2148840"/>
            <a:ext cx="77724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1488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アバター・口パク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20440" y="2148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HeyGen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080760" y="21488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85800" y="2697480"/>
            <a:ext cx="7772400" cy="50292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6974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ナレーション・音声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520440" y="26974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80760" y="26974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85800" y="3246120"/>
            <a:ext cx="77724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2461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BGM・効果音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520440" y="32461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素材サイト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080760" y="32461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85800" y="3657600"/>
            <a:ext cx="7772400" cy="594360"/>
          </a:xfrm>
          <a:prstGeom prst="rect">
            <a:avLst>
              <a:gd name="adj" fmla="val 12308"/>
            </a:avLst>
          </a:prstGeom>
          <a:solidFill>
            <a:srgbClr val="DBEAFE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65760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Veo 3 = オールインワン——4つのツールが1つに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Veo 3の最大の武器：映像＋音声の同時生成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097280"/>
            <a:ext cx="2377440" cy="2103120"/>
          </a:xfrm>
          <a:prstGeom prst="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097280"/>
            <a:ext cx="2377440" cy="36576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2801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777240" y="1965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724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シーンに合った音楽を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自動生成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337560" y="1097280"/>
            <a:ext cx="2377440" cy="2103120"/>
          </a:xfrm>
          <a:prstGeom prst="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1097280"/>
            <a:ext cx="2377440" cy="36576"/>
          </a:xfrm>
          <a:prstGeom prst="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12801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🔊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429000" y="1965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効果音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2900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ドアの音、足音、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環境音まで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89320" y="1097280"/>
            <a:ext cx="2377440" cy="2103120"/>
          </a:xfrm>
          <a:prstGeom prst="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89320" y="1097280"/>
            <a:ext cx="2377440" cy="36576"/>
          </a:xfrm>
          <a:prstGeom prst="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19" name="Text 17"/>
          <p:cNvSpPr/>
          <p:nvPr/>
        </p:nvSpPr>
        <p:spPr>
          <a:xfrm>
            <a:off x="5989320" y="12801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080760" y="1965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セリフ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08076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キャラクターの声＋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リップシンク自動対応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85800" y="3474720"/>
            <a:ext cx="7772400" cy="640080"/>
          </a:xfrm>
          <a:prstGeom prst="rect">
            <a:avLst>
              <a:gd name="adj" fmla="val 11429"/>
            </a:avLst>
          </a:prstGeom>
          <a:solidFill>
            <a:srgbClr val="1B2A4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4747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すべてプロンプトで指示するだけ — 制作時間を劇的に短縮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料金プラン比較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097280"/>
            <a:ext cx="2377440" cy="283464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097280"/>
            <a:ext cx="2377440" cy="36576"/>
          </a:xfrm>
          <a:prstGeom prst="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280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無料プラン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16459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￥0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77240" y="20574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Veo 3利用不可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377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基本AI機能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697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お試し向け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37560" y="1097280"/>
            <a:ext cx="2377440" cy="2834640"/>
          </a:xfrm>
          <a:prstGeom prst="rect">
            <a:avLst>
              <a:gd name="adj" fmla="val 3077"/>
            </a:avLst>
          </a:prstGeom>
          <a:solidFill>
            <a:srgbClr val="DBEAFE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37560" y="1097280"/>
            <a:ext cx="2377440" cy="36576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6" name="Shape 14"/>
          <p:cNvSpPr/>
          <p:nvPr/>
        </p:nvSpPr>
        <p:spPr>
          <a:xfrm>
            <a:off x="3886200" y="1097280"/>
            <a:ext cx="1280160" cy="27432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3886200" y="10972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推奨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29000" y="14173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429000" y="17830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￥2,900/月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29000" y="2194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初月無料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11880" y="2514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Veo 3利用可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1188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1日3本目安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1188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SNS運用に最適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89320" y="1097280"/>
            <a:ext cx="2377440" cy="283464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89320" y="1097280"/>
            <a:ext cx="2377440" cy="36576"/>
          </a:xfrm>
          <a:prstGeom prst="rect">
            <a:avLst>
              <a:gd name="adj" fmla="val 50000"/>
            </a:avLst>
          </a:prstGeom>
          <a:solidFill>
            <a:srgbClr val="2D4A7A"/>
          </a:solidFill>
          <a:ln/>
        </p:spPr>
      </p:sp>
      <p:sp>
        <p:nvSpPr>
          <p:cNvPr id="26" name="Text 24"/>
          <p:cNvSpPr/>
          <p:nvPr/>
        </p:nvSpPr>
        <p:spPr>
          <a:xfrm>
            <a:off x="6080760" y="1280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Ultra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080760" y="16459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D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￥36,400/月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080760" y="20574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最高画質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63640" y="2377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大量生成対応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63640" y="2697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ヘビーユース向け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コスト比較: 外注 vs Veo 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0058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SNSショート動画 10本/月を制作した場合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1463040"/>
            <a:ext cx="3474720" cy="2286000"/>
          </a:xfrm>
          <a:prstGeom prst="rect">
            <a:avLst>
              <a:gd name="adj" fmla="val 3200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463040"/>
            <a:ext cx="3474720" cy="36576"/>
          </a:xfrm>
          <a:prstGeom prst="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002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20116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1本3万円 × 10本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 30万円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22960" y="2743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 360万円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160520" y="21945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983480" y="1463040"/>
            <a:ext cx="3474720" cy="2286000"/>
          </a:xfrm>
          <a:prstGeom prst="rect">
            <a:avLst>
              <a:gd name="adj" fmla="val 3200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83480" y="1463040"/>
            <a:ext cx="3474720" cy="36576"/>
          </a:xfrm>
          <a:prstGeom prst="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5120640" y="16002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Veo 3 (AI Pro)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120640" y="20116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Proプランで生成し放題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20640" y="2331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 2,900円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120640" y="2743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 34,800円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5800" y="3931920"/>
            <a:ext cx="7772400" cy="548640"/>
          </a:xfrm>
          <a:prstGeom prst="rect">
            <a:avLst>
              <a:gd name="adj" fmla="val 13333"/>
            </a:avLst>
          </a:prstGeom>
          <a:solidFill>
            <a:srgbClr val="D1FAE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931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年間削減額: 約325万円 — 人件費1人分に相当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まずはProプランで始める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188720"/>
            <a:ext cx="2103120" cy="640080"/>
          </a:xfrm>
          <a:prstGeom prst="rect">
            <a:avLst>
              <a:gd name="adj" fmla="val 11429"/>
            </a:avLst>
          </a:prstGeom>
          <a:solidFill>
            <a:srgbClr val="DBEAFE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8872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1日3本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83464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37560" y="1188720"/>
            <a:ext cx="2103120" cy="640080"/>
          </a:xfrm>
          <a:prstGeom prst="rect">
            <a:avLst>
              <a:gd name="adj" fmla="val 11429"/>
            </a:avLst>
          </a:prstGeom>
          <a:solidFill>
            <a:srgbClr val="DBEAFE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18872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30日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8640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89320" y="1188720"/>
            <a:ext cx="2103120" cy="640080"/>
          </a:xfrm>
          <a:prstGeom prst="rect">
            <a:avLst>
              <a:gd name="adj" fmla="val 11429"/>
            </a:avLst>
          </a:prstGeom>
          <a:solidFill>
            <a:srgbClr val="DBEAFE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9320" y="118872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月ど90本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2194560"/>
            <a:ext cx="7772400" cy="502920"/>
          </a:xfrm>
          <a:prstGeom prst="rect">
            <a:avLst>
              <a:gd name="adj" fmla="val 14545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194560"/>
            <a:ext cx="7772400" cy="36576"/>
          </a:xfrm>
          <a:prstGeom prst="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21945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初月無料で今日から試せる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85800" y="2788920"/>
            <a:ext cx="7772400" cy="502920"/>
          </a:xfrm>
          <a:prstGeom prst="rect">
            <a:avLst>
              <a:gd name="adj" fmla="val 14545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2788920"/>
            <a:ext cx="7772400" cy="36576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27889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プロンプトを入力して生成ボタンを押すだけ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5800" y="3383280"/>
            <a:ext cx="7772400" cy="502920"/>
          </a:xfrm>
          <a:prstGeom prst="rect">
            <a:avLst>
              <a:gd name="adj" fmla="val 14545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3383280"/>
            <a:ext cx="7772400" cy="36576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33832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数分で動画が完成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2057400" y="3931920"/>
            <a:ext cx="5029200" cy="548640"/>
          </a:xfrm>
          <a:prstGeom prst="rect">
            <a:avLst>
              <a:gd name="adj" fmla="val 13333"/>
            </a:avLst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57400" y="39319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今日この講座を見終わったら、すぐに始められます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Veo 3でできること / できないこと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097280"/>
            <a:ext cx="3657600" cy="3017520"/>
          </a:xfrm>
          <a:prstGeom prst="rect">
            <a:avLst>
              <a:gd name="adj" fmla="val 242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097280"/>
            <a:ext cx="3657600" cy="36576"/>
          </a:xfrm>
          <a:prstGeom prst="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2344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できること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SNSショート動画（15〜60秒）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194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プロモーション・広告動画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2697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ナレーション付き解説動画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BGM・効果音付き映像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00600" y="1097280"/>
            <a:ext cx="3657600" cy="3017520"/>
          </a:xfrm>
          <a:prstGeom prst="rect">
            <a:avLst>
              <a:gd name="adj" fmla="val 242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1097280"/>
            <a:ext cx="3657600" cy="36576"/>
          </a:xfrm>
          <a:prstGeom prst="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12344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できないこと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7492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長尺動画（2分以上の一括生成）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74920" y="2194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複数人の顔の一貫性維持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74920" y="2697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日本語セリフの発音精度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7492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実写レベルの細密描写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051560"/>
            <a:ext cx="7772400" cy="685800"/>
          </a:xfrm>
          <a:prstGeom prst="rect">
            <a:avLst>
              <a:gd name="adj" fmla="val 10667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051560"/>
            <a:ext cx="7772400" cy="36576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23444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234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11430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動画制作の壁（コスト・時間・スキル・ツール）をVeo 3が解消する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1874520"/>
            <a:ext cx="7772400" cy="685800"/>
          </a:xfrm>
          <a:prstGeom prst="rect">
            <a:avLst>
              <a:gd name="adj" fmla="val 10667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1874520"/>
            <a:ext cx="7772400" cy="36576"/>
          </a:xfrm>
          <a:prstGeom prst="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2057400"/>
            <a:ext cx="320040" cy="3200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057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80160" y="196596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映像＋音声の同時生成がVeo 3の最大の武器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2697480"/>
            <a:ext cx="7772400" cy="685800"/>
          </a:xfrm>
          <a:prstGeom prst="rect">
            <a:avLst>
              <a:gd name="adj" fmla="val 10667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2697480"/>
            <a:ext cx="7772400" cy="36576"/>
          </a:xfrm>
          <a:prstGeom prst="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" y="28803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80160" y="27889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Proプラン月2,900円（初月無料）で月90本、年間325万円削減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85800" y="3520440"/>
            <a:ext cx="7772400" cy="685800"/>
          </a:xfrm>
          <a:prstGeom prst="rect">
            <a:avLst>
              <a:gd name="adj" fmla="val 10667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3520440"/>
            <a:ext cx="7772400" cy="36576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4" name="Shape 22"/>
          <p:cNvSpPr/>
          <p:nvPr/>
        </p:nvSpPr>
        <p:spPr>
          <a:xfrm>
            <a:off x="822960" y="370332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37033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80160" y="361188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得意・不得意を理解し、SNSショート動画から始める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0" y="9144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確認テストに挑戦しましょう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0" y="274320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5問の確認テスト（80%以上で合格）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   |   なぜVeo 3一本でいいのか   |   完了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P-01: なぜVeo 3一本でいいのか</dc:title>
  <dc:subject>PptxGenJS Presentation</dc:subject>
  <dc:creator>Gorilla Knowledge</dc:creator>
  <cp:lastModifiedBy>Gorilla Knowledge</cp:lastModifiedBy>
  <cp:revision>1</cp:revision>
  <dcterms:created xsi:type="dcterms:W3CDTF">2026-04-04T03:11:07Z</dcterms:created>
  <dcterms:modified xsi:type="dcterms:W3CDTF">2026-04-04T03:11:07Z</dcterms:modified>
</cp:coreProperties>
</file>