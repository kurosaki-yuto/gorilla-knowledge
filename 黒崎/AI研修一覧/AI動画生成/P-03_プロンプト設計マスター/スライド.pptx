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77724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プロンプト設計マスター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2926080" y="242316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6要素フレームワークで差がつく動画生成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 |  全社員  |  12分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344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06984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0" y="112471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6要素フレームワークで構造化されたプロンプトを書ける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5800" y="2057400"/>
            <a:ext cx="7772400" cy="868680"/>
          </a:xfrm>
          <a:prstGeom prst="rect">
            <a:avLst>
              <a:gd name="adj" fmla="val 631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6712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828800" y="222199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音声プロンプト（環境音・効果音・BGM・セリフ）を使いこなせる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85800" y="3154680"/>
            <a:ext cx="7772400" cy="868680"/>
          </a:xfrm>
          <a:prstGeom prst="rect">
            <a:avLst>
              <a:gd name="adj" fmla="val 631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264408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828800" y="33192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カメラワーク指定で映像表現の幅を広げられる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プロンプト6要素フレームワーク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2423160" cy="1508760"/>
          </a:xfrm>
          <a:prstGeom prst="rect">
            <a:avLst>
              <a:gd name="adj" fmla="val 363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069848"/>
            <a:ext cx="237744" cy="2377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35608" y="1033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14630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woman in a navy blazer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73552" y="960120"/>
            <a:ext cx="2423160" cy="1508760"/>
          </a:xfrm>
          <a:prstGeom prst="rect">
            <a:avLst>
              <a:gd name="adj" fmla="val 363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64992" y="10515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06984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1033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場所・背景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410712" y="14630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modern coworking space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861304" y="960120"/>
            <a:ext cx="2423160" cy="1508760"/>
          </a:xfrm>
          <a:prstGeom prst="rect">
            <a:avLst>
              <a:gd name="adj" fmla="val 3636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952744" y="105156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069848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11112" y="10332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998464" y="1463040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dolly in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5800" y="2633472"/>
            <a:ext cx="2423160" cy="1508760"/>
          </a:xfrm>
          <a:prstGeom prst="rect">
            <a:avLst>
              <a:gd name="adj" fmla="val 363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77240" y="272491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743200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435608" y="2706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照明・雰囲気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822960" y="313639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natural light, cinematic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273552" y="2633472"/>
            <a:ext cx="2423160" cy="1508760"/>
          </a:xfrm>
          <a:prstGeom prst="rect">
            <a:avLst>
              <a:gd name="adj" fmla="val 363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364992" y="272491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752" y="2743200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2706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動き・アクション</a:t>
            </a:r>
            <a:endParaRPr lang="en-US" sz="1600" dirty="0"/>
          </a:p>
        </p:txBody>
      </p:sp>
      <p:sp>
        <p:nvSpPr>
          <p:cNvPr id="33" name="Text 26"/>
          <p:cNvSpPr/>
          <p:nvPr/>
        </p:nvSpPr>
        <p:spPr>
          <a:xfrm>
            <a:off x="3410712" y="313639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typing, then looks up and smiles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5861304" y="2633472"/>
            <a:ext cx="2423160" cy="1508760"/>
          </a:xfrm>
          <a:prstGeom prst="rect">
            <a:avLst>
              <a:gd name="adj" fmla="val 3636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952744" y="2724912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2743200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11112" y="27066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5998464" y="313639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cafe sounds, keyboard clicks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音声プロンプトの書き方ガイド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10972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96012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種類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83080" y="960120"/>
            <a:ext cx="292608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96012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書き方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749040" cy="566928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6012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1527048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152704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環境音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83080" y="1527048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5270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ambient [場所] sounds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527048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52704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ambient cafe sounds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2093976"/>
            <a:ext cx="109728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209397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効果音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783080" y="2093976"/>
            <a:ext cx="292608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74520" y="209397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[動作] sound effects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09160" y="2093976"/>
            <a:ext cx="374904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9397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keyboard clicks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85800" y="2660904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266090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1783080" y="2660904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266090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[ジャンル] background music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2660904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660904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soft jazz background music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" y="3227832"/>
            <a:ext cx="109728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322783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セリフ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783080" y="3227832"/>
            <a:ext cx="292608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74520" y="322783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"[セリフ]" in [言語]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09160" y="3227832"/>
            <a:ext cx="374904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2278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"Welcome to our store"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85800" y="3794760"/>
            <a:ext cx="10972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37947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783080" y="3794760"/>
            <a:ext cx="2926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74520" y="37947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[トーン] narration: "[内容]"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709160" y="3794760"/>
            <a:ext cx="3749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794760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calm narration: "This is..."</a:t>
            </a:r>
            <a:endParaRPr lang="en-US" sz="1400" dirty="0"/>
          </a:p>
        </p:txBody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434840"/>
            <a:ext cx="201168" cy="20116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78408" y="43891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5種類を組み合わせることで、映像と音が一体になったリッチな動画が生成できます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960120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重要ルール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960120"/>
          </a:xfrm>
          <a:prstGeom prst="rect">
            <a:avLst>
              <a:gd name="adj" fmla="val 5714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972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0332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ルール1: 英語で書く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1417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英語の方が生成精度が高い。日本語で考えて → AIで英訳 → プロンプトに貼り付け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5800" y="2103120"/>
            <a:ext cx="7772400" cy="960120"/>
          </a:xfrm>
          <a:prstGeom prst="rect">
            <a:avLst>
              <a:gd name="adj" fmla="val 5714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1762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ルール2: セリフは引用符（""）で囲む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325880" y="2560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"Hello!" → セリフとして認識  /  Hello! → 指示文として解釈される可能性あり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85800" y="3246120"/>
            <a:ext cx="7772400" cy="960120"/>
          </a:xfrm>
          <a:prstGeom prst="rect">
            <a:avLst>
              <a:gd name="adj" fmla="val 5714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3832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3192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ルール3: 1プロンプト = 1シーン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325880" y="370332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複数シーンを詰め込むとAIが混乱し、どれも中途半端になる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9144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プロンプト比較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26080" y="237744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悪いプロンプト vs 良いプロンプト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931920" y="32918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43560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43560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カフェ動画 — 良いプロンプト全文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7772400" cy="1005840"/>
          </a:xfrm>
          <a:prstGeom prst="rect">
            <a:avLst>
              <a:gd name="adj" fmla="val 5455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96012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woman in a cream sweater sitting at a wooden table in a cozy Tokyo cafe, slow dolly in, warm afternoon light streaming through the window, cinematic color grading, she picks up a latte and takes a sip with a gentle smile, with ambient cafe chatter, soft clinking of cups, and lo-fi background music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3272" y="21031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3272" y="23042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young woman in a cream sweater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21031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場所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19472" y="23042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sitting at a wooden table in a cozy Tokyo cafe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28072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33272" y="27614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33272" y="29626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dolly 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2807208"/>
            <a:ext cx="274320" cy="274320"/>
          </a:xfrm>
          <a:prstGeom prst="ellipse">
            <a:avLst/>
          </a:prstGeom>
          <a:solidFill>
            <a:srgbClr val="D97706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9472" y="27614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照明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96265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afternoon light, cinematic color grading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3465576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33272" y="34198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3272" y="36210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up a latte and takes a sip with a gentle smile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46557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19472" y="3419856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19472" y="36210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cafe chatter, clinking of cups, lo-fi music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1078992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カメラワーク一覧テーブル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14400"/>
            <a:ext cx="137160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914400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57400" y="914400"/>
            <a:ext cx="164592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91440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英語キーワード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914400"/>
            <a:ext cx="192024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91440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914400"/>
            <a:ext cx="2834640" cy="420624"/>
          </a:xfrm>
          <a:prstGeom prst="rect">
            <a:avLst/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96712" y="91440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" y="1335024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1335024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57400" y="1335024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1335024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left/right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03320" y="1335024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76472" y="133502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横に視野が広がる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23560" y="1335024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96712" y="1335024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風景全体を見せたい時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1755648"/>
            <a:ext cx="137160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175564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ズーム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057400" y="1755648"/>
            <a:ext cx="164592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30552" y="175564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in/out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03320" y="1755648"/>
            <a:ext cx="19202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175564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注目・俯瞰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1755648"/>
            <a:ext cx="28346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96712" y="175564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被写体に寄りたい時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85800" y="2176272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" y="2176272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トラッキング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057400" y="2176272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30552" y="2176272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shot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703320" y="2176272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76472" y="217627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被写体を追従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23560" y="2176272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96712" y="2176272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人物の動きを追う時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85800" y="2596896"/>
            <a:ext cx="137160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2596896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空撮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057400" y="2596896"/>
            <a:ext cx="164592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30552" y="2596896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shot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703320" y="2596896"/>
            <a:ext cx="19202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76472" y="2596896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壮大なスケール感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23560" y="2596896"/>
            <a:ext cx="28346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96712" y="2596896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建物・自然の全景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" y="3017520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3017520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クローズアップ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057400" y="3017520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30552" y="3017520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703320" y="3017520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76472" y="3017520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表情・ディテール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623560" y="3017520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96712" y="301752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感情を伝えたい時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5800" y="3438144"/>
            <a:ext cx="137160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8952" y="3438144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スローモーション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057400" y="3438144"/>
            <a:ext cx="164592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130552" y="3438144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motion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703320" y="3438144"/>
            <a:ext cx="19202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76472" y="3438144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ドラマチック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623560" y="3438144"/>
            <a:ext cx="28346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96712" y="3438144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決定的瞬間を強調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85800" y="3858768"/>
            <a:ext cx="13716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" y="385876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057400" y="3858768"/>
            <a:ext cx="1645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130552" y="3858768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shot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703320" y="3858768"/>
            <a:ext cx="19202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76472" y="3858768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安定感・落ち着き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623560" y="3858768"/>
            <a:ext cx="2834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96712" y="3858768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インタビュー風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85800" y="4279392"/>
            <a:ext cx="137160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8952" y="4279392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オービット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2057400" y="4279392"/>
            <a:ext cx="164592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130552" y="4279392"/>
            <a:ext cx="149961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orbiting shot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3703320" y="4279392"/>
            <a:ext cx="19202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776472" y="4279392"/>
            <a:ext cx="17739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360度の立体感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5623560" y="4279392"/>
            <a:ext cx="2834640" cy="420624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96712" y="4279392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商品・建物の紹介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0540" y="9144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実演: Flowで縦型動画生成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26080" y="237744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アスペクト比 9:16 で実践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3931920" y="329184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1168"/>
            <a:ext cx="841248" cy="256032"/>
          </a:xfrm>
          <a:prstGeom prst="rect">
            <a:avLst>
              <a:gd name="adj" fmla="val 14286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5303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カメラワークのコツ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960120"/>
            <a:ext cx="7772400" cy="1005840"/>
          </a:xfrm>
          <a:prstGeom prst="rect">
            <a:avLst>
              <a:gd name="adj" fmla="val 5455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6984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005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コツ1: 1動画にカメラワークは1〜2種類まで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1371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OK: "slow dolly in with slight zoom"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88720" y="1618488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NG: "pan left, then zoom in, then tracking, then orbit"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148840"/>
            <a:ext cx="7772400" cy="777240"/>
          </a:xfrm>
          <a:prstGeom prst="rect">
            <a:avLst>
              <a:gd name="adj" fmla="val 7059"/>
            </a:avLst>
          </a:prstGeom>
          <a:solidFill>
            <a:srgbClr val="FEF3C7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585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1945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コツ2: 3つ以上入れるとAIが混乱する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188720" y="253288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動きが不自然になり、どのカメラワークも中途半端になる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3108960"/>
            <a:ext cx="7772400" cy="777240"/>
          </a:xfrm>
          <a:prstGeom prst="rect">
            <a:avLst>
              <a:gd name="adj" fmla="val 7059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1868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54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コツ3: 迷ったら「dolly in」が万能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88720" y="34930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自然で映画的な映像になりやすい。初心者はまずdolly inから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0116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59452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914400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60704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9144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6要素フレームワーク: 被写体 / 場所 / カメラ / 照明 / 動き / 音声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627632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7393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62763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音声は5種類: 環境音 / 効果音 / BGM / セリフ / ナレーション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5800" y="2340864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87168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340864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英語で書く + セリフは引用符で囲む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85800" y="3054096"/>
            <a:ext cx="7772400" cy="594360"/>
          </a:xfrm>
          <a:prstGeom prst="rect">
            <a:avLst>
              <a:gd name="adj" fmla="val 7692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054096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カメラワークは1〜2種類まで（迷ったらdolly in）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85800" y="3767328"/>
            <a:ext cx="7772400" cy="594360"/>
          </a:xfrm>
          <a:prstGeom prst="rect">
            <a:avLst>
              <a:gd name="adj" fmla="val 7692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13632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767328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6要素 + 英語 + 音声 = 他の人と差がつくプロンプト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4820" y="1188720"/>
            <a:ext cx="59436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確認テストへ進む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2926080" y="2788920"/>
            <a:ext cx="329184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 修了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P-03: プロンプト設計マスター</dc:title>
  <dc:subject>PptxGenJS Presentation</dc:subject>
  <dc:creator>Gorilla Knowledge</dc:creator>
  <cp:lastModifiedBy>Gorilla Knowledge</cp:lastModifiedBy>
  <cp:revision>1</cp:revision>
  <dcterms:created xsi:type="dcterms:W3CDTF">2026-04-04T03:12:57Z</dcterms:created>
  <dcterms:modified xsi:type="dcterms:W3CDTF">2026-04-04T03:12:57Z</dcterms:modified>
</cp:coreProperties>
</file>