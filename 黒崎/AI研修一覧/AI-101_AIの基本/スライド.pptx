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AIの基本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仕組みと種類を理解する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AI-101   |   全社員   |   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AIとは何かを一言で説明できる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AIの3つの種類を区別できる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自分の業務でAIが使えそうな場面をイメージできる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AIとは何か？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7772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人間がやっていた「判断」を、コンピュータにやらせる技術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3200400" cy="22860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人間の判断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データを見る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経験から考える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判断する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148840"/>
            <a:ext cx="3200400" cy="22860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AIの判断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データを入れる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パターンを計算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答えを出す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AIは「考えている」わけではない。大量のデータからパターンを見つけて答えを出しているだけ。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AIの3つの種類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ルールベースAI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人間がルールを書く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機械学習AI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データからパターンを学ぶ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新しいコンテンツを作る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ルールベースAI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「もし〇〇なら△△する」— 人間がルールを全部書く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チャットボット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600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「営業時間は？」 → 「9時〜18時です」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377440"/>
            <a:ext cx="4572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3774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3774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経費精算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97480" y="2377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金額が10万円以上 → 部長承認が必要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3154680"/>
            <a:ext cx="4572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15468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15468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メールフィルタ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97480" y="3154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件名に「当選」を含む → 迷惑メールへ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3977640"/>
            <a:ext cx="3657600" cy="50292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69080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34440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動きが予測でき、説明しやすい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800600" y="3977640"/>
            <a:ext cx="3657600" cy="50292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06908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349240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想定外のことには対応できない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機械学習AI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人間がルールを書くのではなく、AIがデータからパターンを自分で見つける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大量のデータ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300" y="1755648"/>
            <a:ext cx="182880" cy="182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7660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55648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8234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7" name="Text 13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パターン発見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755648"/>
            <a:ext cx="18288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8808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20" name="Text 15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予測・分類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68680" y="2423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売上予測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2514600" y="24231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過去の販売データから来月の売上を予測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85800" y="310896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8680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異常検知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2514600" y="31089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工場のセンサーデータから故障の予兆を検知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685800" y="379476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68680" y="3794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レコメンド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2514600" y="3794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購買履歴をもとに「この商品もおすすめ」を表示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685800" y="4160520"/>
            <a:ext cx="3657600" cy="50292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5196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34440" y="4160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人間が見逃すパターンも発見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4800600" y="4160520"/>
            <a:ext cx="3657600" cy="50292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25196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349240" y="4160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なぜその答えか説明しにくい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学習したデータをもとに新しいコンテンツを「生成」する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29400" y="685800"/>
            <a:ext cx="1828800" cy="320040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いま最も注目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文章生成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1947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1600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メール文、議事録要約、企画書のたたき台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3774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23774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 / DALL-E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2377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デザイン案、イメージ画像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15468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15468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コード生成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3154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プログラムの自動生成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33672"/>
            <a:ext cx="274320" cy="2743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325880" y="4160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2022年末〜爆発的に普及。業務への影響が最も大きい領域。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3つの種類 — 比較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204216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ルールベース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3880" y="1097280"/>
            <a:ext cx="204216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37388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機械学習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16040" y="1097280"/>
            <a:ext cx="204216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41604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やり方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人間がルールを書く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7388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437388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データから学ぶ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1604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1604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データから学んで作る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得意なこと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3172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決まった応答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7388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37388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予測・分類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1604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1604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新しいコンテンツ生成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身近な例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社内チャットボット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7388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6" name="Text 34"/>
          <p:cNvSpPr/>
          <p:nvPr/>
        </p:nvSpPr>
        <p:spPr>
          <a:xfrm>
            <a:off x="437388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Amazonレコメンド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1604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8" name="Text 36"/>
          <p:cNvSpPr/>
          <p:nvPr/>
        </p:nvSpPr>
        <p:spPr>
          <a:xfrm>
            <a:off x="641604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あなたの業務ではどう使える？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3657600" cy="10972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63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文書作成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メール下書き、報告書の要約、翻訳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97280"/>
            <a:ext cx="3657600" cy="10972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63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情報整理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議事録作成、データの分類・集計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0972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260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アイデア出し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企画のブレスト、キャッチコピー案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0972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9260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調査・リサーチ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市場調査の要約、競合分析の補助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85800" y="3657600"/>
            <a:ext cx="77724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18"/>
          <p:cNvSpPr/>
          <p:nvPr/>
        </p:nvSpPr>
        <p:spPr>
          <a:xfrm>
            <a:off x="960120" y="365760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「AIに全部任せる」のではなく「AIに下書きさせて、人間が仕上げる」が基本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AIを使うときの3つの注意点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45720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23444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258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機密情報を入れない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社外AIに顧客情報や社内機密を入力しない。会社のAI利用ルールを確認。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" y="2194560"/>
            <a:ext cx="45720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33172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423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答えを鵜呑みにしない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AIは自信満々に間違える（ハルシネーション）。必ず人間がファクトチェック。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85800" y="3291840"/>
            <a:ext cx="45720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4290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20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著作権に注意する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AI生成物の著作権は法的にグレー。外部公開する場合は上長に確認。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「人間の判断をコンピュータにやらせる技術」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3つの種類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ルールベース → 機械学習 → 生成AI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業務活用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下書き・要約・アイデア出し・リサーチに有効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3703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機密情報NG / 鵜呑みNG / 著作権に注意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AI-102 生成AIでできること・できないこと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AI-101: AIの基本 — 仕組みと種類を理解する</dc:title>
  <dc:subject>PptxGenJS Presentation</dc:subject>
  <dc:creator>Gorilla Knowledge</dc:creator>
  <cp:lastModifiedBy>Gorilla Knowledge</cp:lastModifiedBy>
  <cp:revision>1</cp:revision>
  <dcterms:created xsi:type="dcterms:W3CDTF">2026-03-19T14:42:05Z</dcterms:created>
  <dcterms:modified xsi:type="dcterms:W3CDTF">2026-03-19T14:42:05Z</dcterms:modified>
</cp:coreProperties>
</file>