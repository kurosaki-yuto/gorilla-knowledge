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7772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Claudeで提案書を設計する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プロンプトの書き方ひとつで提案書の質が変わる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全社員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698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11247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Claudeに提案書の構成を作らせるプロンプトが書けるようになる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2057400"/>
            <a:ext cx="7772400" cy="868680"/>
          </a:xfrm>
          <a:prstGeom prst="rect">
            <a:avLst>
              <a:gd name="adj" fmla="val 631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671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2221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良いプロンプトと悪いプロンプトの違いを説明できる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315468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644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3192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Claudeとの対話で構成を磨き上げる方法を身につける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提案書の黄金構成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30352"/>
          </a:xfrm>
          <a:prstGeom prst="rect">
            <a:avLst>
              <a:gd name="adj" fmla="val 689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98755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241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932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課題提示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00200" y="1188720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クライアントの痛みを言語化する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1536192"/>
            <a:ext cx="77724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160934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4592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0020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00200" y="181051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自社サービスで何ができるかを示す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2157984"/>
            <a:ext cx="7772400" cy="530352"/>
          </a:xfrm>
          <a:prstGeom prst="rect">
            <a:avLst>
              <a:gd name="adj" fmla="val 689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223113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26771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0200" y="243230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実績・データ・事例で裏付ける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5800" y="2779776"/>
            <a:ext cx="77724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28529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88950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投資対効果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600200" y="3054096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コストと見返りを数字で見せる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85800" y="3401568"/>
            <a:ext cx="7772400" cy="530352"/>
          </a:xfrm>
          <a:prstGeom prst="rect">
            <a:avLst>
              <a:gd name="adj" fmla="val 689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77240" y="3474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51129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00200" y="3419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600200" y="367588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いつまでに何をやるか明確にする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85800" y="4023360"/>
            <a:ext cx="77724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77240" y="409651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4133088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0020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次のアクション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600200" y="4297680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相手に取ってほしい行動を示す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55448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ELEMENTS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Claudeへのプロンプト設計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960120"/>
            <a:ext cx="13716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60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94560" y="960120"/>
            <a:ext cx="25603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5661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1325880"/>
            <a:ext cx="137160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3258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役割設定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94560" y="1325880"/>
            <a:ext cx="256032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325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専門家像を指定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3566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258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「IT企業の提案書作成の専門家です」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1984248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98424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背景情報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94560" y="1984248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19842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クライアント・課題の文脈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984248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842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「製造業A社向け、DX推進の提案」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2642616"/>
            <a:ext cx="137160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64261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構成指示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194560" y="2642616"/>
            <a:ext cx="256032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6426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含めたいセクション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2642616"/>
            <a:ext cx="3566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4261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「課題→解決策→根拠→ROI→…」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300984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3009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トーン指定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194560" y="3300984"/>
            <a:ext cx="2560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330098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文体やスタイル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3300984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30098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「経営層向けフォーマル」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" y="3959352"/>
            <a:ext cx="137160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95935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制約条件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194560" y="3959352"/>
            <a:ext cx="256032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0" y="395935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分量・形式・禁止事項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754880" y="3959352"/>
            <a:ext cx="3566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95935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「A4で5枚以内、箇条書き中心」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Claudeでプロンプト → 構成生成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DEMO 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 vs 悪いプロンプト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657600" cy="3200400"/>
          </a:xfrm>
          <a:prstGeom prst="rect">
            <a:avLst>
              <a:gd name="adj" fmla="val 228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悪いプロンプト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68680" y="1508760"/>
            <a:ext cx="329184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1508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「提案書作って」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4884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役割設定なし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32888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487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背景情報なし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916936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2871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構成指示なし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30098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255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トーン不明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685032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88720" y="3639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制約なし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617720" y="1005840"/>
            <a:ext cx="3840480" cy="3200400"/>
          </a:xfrm>
          <a:prstGeom prst="rect">
            <a:avLst>
              <a:gd name="adj" fmla="val 228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09728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7492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4800600" y="1508760"/>
            <a:ext cx="347472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4892040" y="1508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「IT企業の提案書専門家として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製造業A社向けDX提案を作成」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148840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2064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役割設定あり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532888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120640" y="2487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背景情報あり</a:t>
            </a:r>
            <a:endParaRPr lang="en-US" sz="12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916936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120640" y="2871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構成指示あり</a:t>
            </a:r>
            <a:endParaRPr lang="en-US" sz="12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300984"/>
            <a:ext cx="164592" cy="164592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120640" y="3255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トーン指定あり</a:t>
            </a:r>
            <a:endParaRPr lang="en-US" sz="12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685032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5120640" y="3639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制約条件あり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55448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構成の深掘りテクニック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41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「もっと具体的に」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2161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抽象的な表現を数字や事例に落とし込む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1627632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6479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16550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「数字を入れて」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88720" y="19293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定量的な根拠を追加させる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" y="2340864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7802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368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「反論への回答も追加して」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88720" y="26426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想定質問への対策を盛り込む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5800" y="3054096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9125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081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「競合との差別化を強調して」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88720" y="335584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自社の強みを際立たせる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85800" y="3767328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0448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「経営層が気にするリスクも書いて」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188720" y="4069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意思決定者の視点を取り込む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Claudeの得意パターン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005840"/>
            <a:ext cx="2377440" cy="3108960"/>
          </a:xfrm>
          <a:prstGeom prst="rect">
            <a:avLst>
              <a:gd name="adj" fmla="val 3077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11887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MECE分析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課題を漏れなく整理する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06040"/>
            <a:ext cx="2103120" cy="11887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プロンプト例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「この課題をMECEに分解して」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83280" y="1005840"/>
            <a:ext cx="2377440" cy="3108960"/>
          </a:xfrm>
          <a:prstGeom prst="rect">
            <a:avLst>
              <a:gd name="adj" fmla="val 3077"/>
            </a:avLst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1887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フレームワーク活用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47472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論理構造を強化する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520440" y="2606040"/>
            <a:ext cx="2103120" cy="11887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6616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プロンプト例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56616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「3C分析で競合環境を整理して」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989320" y="1005840"/>
            <a:ext cx="2377440" cy="3108960"/>
          </a:xfrm>
          <a:prstGeom prst="rect">
            <a:avLst>
              <a:gd name="adj" fmla="val 3077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18872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8076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データの構造化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08076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情報をテーブル・箇条書きに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126480" y="2606040"/>
            <a:ext cx="2103120" cy="11887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7220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プロンプト例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1722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「この情報を比較表にまとめて」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修正の対話実演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DEMO 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078992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出力形式の指定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005840"/>
            <a:ext cx="2377440" cy="3108960"/>
          </a:xfrm>
          <a:prstGeom prst="rect">
            <a:avLst>
              <a:gd name="adj" fmla="val 3077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11887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2194560"/>
            <a:ext cx="210312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240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「Markdown形式で出力してください」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向いている場面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そのままドキュメント化したいとき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83280" y="1005840"/>
            <a:ext cx="2377440" cy="3108960"/>
          </a:xfrm>
          <a:prstGeom prst="rect">
            <a:avLst>
              <a:gd name="adj" fmla="val 307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1887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箇条書き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520440" y="2194560"/>
            <a:ext cx="210312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66160" y="2240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「箇条書きで簡潔にまとめてください」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7472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向いている場面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47472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プレゼン用スライドの原稿に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989320" y="1005840"/>
            <a:ext cx="2377440" cy="3108960"/>
          </a:xfrm>
          <a:prstGeom prst="rect">
            <a:avLst>
              <a:gd name="adj" fmla="val 3077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18872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8076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テーブル形式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126480" y="2194560"/>
            <a:ext cx="2103120" cy="82296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72200" y="2240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「比較表で整理してください」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08076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向いている場面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08076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複数案の比較や選定資料に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14400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241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515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960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黄金構成は6ステップ（課題→解決策→根拠→ROI→スケジュール→アクション）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1627632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647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16733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プロンプト5要素（役割・背景・構成・トーン・制約）で品質が劇的に変わる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2340864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245059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478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238658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最初の出力はたたき台。「もっと具体的に」「数字を入れて」で深掘り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85800" y="3054096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" y="316382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19125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09981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MECE分析・フレームワーク活用はClaudeの得意技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85800" y="3767328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77240" y="387705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90448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5920" y="38130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対話で育てる意識が大事。一発完璧を目指さない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8686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確認テストに進みましょう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51460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5問 × 4択  |  合格ライン80点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Claudeで提案書を設計する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P-02: Claudeで提案書のストーリーを設計する</dc:title>
  <dc:subject>PptxGenJS Presentation</dc:subject>
  <dc:creator>Gorilla Knowledge</dc:creator>
  <cp:lastModifiedBy>Gorilla Knowledge</cp:lastModifiedBy>
  <cp:revision>1</cp:revision>
  <dcterms:created xsi:type="dcterms:W3CDTF">2026-04-04T04:20:38Z</dcterms:created>
  <dcterms:modified xsi:type="dcterms:W3CDTF">2026-04-04T04:20:38Z</dcterms:modified>
</cp:coreProperties>
</file>