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9144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業務別テンプレート実践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3200400" y="251460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697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コピペで使えるClaudeプロンプト集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  |  AIプレゼン資料作成  |  12分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9144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4つの業務別テンプレートをコピペで使える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164592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116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19659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テンプレートを自分の業務にカスタマイズできる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269748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632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営業資料・報告書それぞれのコツを理解する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804672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コピペ可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テンプレート①: クライアント提案書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37160"/>
            <a:ext cx="256032" cy="2560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85800" y="777240"/>
            <a:ext cx="7772400" cy="2560320"/>
          </a:xfrm>
          <a:prstGeom prst="rect">
            <a:avLst>
              <a:gd name="adj" fmla="val 2857"/>
            </a:avLst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868680"/>
            <a:ext cx="7315200" cy="2377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あなたはコンサルタントです。以下の情報をもとに、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クライアント向け提案書を作成してください。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構成: 課題の整理 → 提案3つ → ROI試算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→ スケジュール → 次のステップ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【業界】: [業界名]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【課題】: [解決したい課題]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【予算規模】: [予算]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【期間】: [プロジェクト期間]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097280" y="3611880"/>
            <a:ext cx="1280160" cy="365760"/>
          </a:xfrm>
          <a:prstGeom prst="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36118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課題整理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377440" y="361188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514600" y="3611880"/>
            <a:ext cx="1280160" cy="365760"/>
          </a:xfrm>
          <a:prstGeom prst="rect">
            <a:avLst>
              <a:gd name="adj" fmla="val 12500"/>
            </a:avLst>
          </a:prstGeom>
          <a:solidFill>
            <a:srgbClr val="DBEAFE"/>
          </a:solidFill>
          <a:ln/>
        </p:spPr>
      </p:sp>
      <p:sp>
        <p:nvSpPr>
          <p:cNvPr id="16" name="Text 13"/>
          <p:cNvSpPr/>
          <p:nvPr/>
        </p:nvSpPr>
        <p:spPr>
          <a:xfrm>
            <a:off x="2514600" y="36118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提案3つ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794760" y="361188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931920" y="3611880"/>
            <a:ext cx="1280160" cy="365760"/>
          </a:xfrm>
          <a:prstGeom prst="rect">
            <a:avLst>
              <a:gd name="adj" fmla="val 12500"/>
            </a:avLst>
          </a:prstGeom>
          <a:solidFill>
            <a:srgbClr val="DBEAFE"/>
          </a:solidFill>
          <a:ln/>
        </p:spPr>
      </p:sp>
      <p:sp>
        <p:nvSpPr>
          <p:cNvPr id="19" name="Text 16"/>
          <p:cNvSpPr/>
          <p:nvPr/>
        </p:nvSpPr>
        <p:spPr>
          <a:xfrm>
            <a:off x="3931920" y="36118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212080" y="361188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349240" y="3611880"/>
            <a:ext cx="1280160" cy="365760"/>
          </a:xfrm>
          <a:prstGeom prst="rect">
            <a:avLst>
              <a:gd name="adj" fmla="val 12500"/>
            </a:avLst>
          </a:prstGeom>
          <a:solidFill>
            <a:srgbClr val="DBEAFE"/>
          </a:solidFill>
          <a:ln/>
        </p:spPr>
      </p:sp>
      <p:sp>
        <p:nvSpPr>
          <p:cNvPr id="22" name="Text 19"/>
          <p:cNvSpPr/>
          <p:nvPr/>
        </p:nvSpPr>
        <p:spPr>
          <a:xfrm>
            <a:off x="5349240" y="36118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スケジュール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629400" y="361188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766560" y="3611880"/>
            <a:ext cx="1280160" cy="365760"/>
          </a:xfrm>
          <a:prstGeom prst="rect">
            <a:avLst>
              <a:gd name="adj" fmla="val 12500"/>
            </a:avLst>
          </a:prstGeom>
          <a:solidFill>
            <a:srgbClr val="DBEAFE"/>
          </a:solidFill>
          <a:ln/>
        </p:spPr>
      </p:sp>
      <p:sp>
        <p:nvSpPr>
          <p:cNvPr id="25" name="Text 22"/>
          <p:cNvSpPr/>
          <p:nvPr/>
        </p:nvSpPr>
        <p:spPr>
          <a:xfrm>
            <a:off x="6766560" y="36118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次のステップ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804672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コピペ可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テンプレート②: 社内企画書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37160"/>
            <a:ext cx="256032" cy="2560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85800" y="777240"/>
            <a:ext cx="7772400" cy="2377440"/>
          </a:xfrm>
          <a:prstGeom prst="rect">
            <a:avLst>
              <a:gd name="adj" fmla="val 3077"/>
            </a:avLst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868680"/>
            <a:ext cx="7315200" cy="2194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社内向けの企画書を作成してください。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構成: 背景 → 目的 → 施策内容 → 予算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→ KPI → スケジュール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【企画名】: [企画名]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【背景・課題】: [なぜこの企画が必要か]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【ターゲット】: [対象部署・対象者]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【期待効果】: [定量的な目標]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429000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0120" y="3383280"/>
            <a:ext cx="7452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ポイント: 「背景」と「KPI」が企画書を通すカギ。期待効果は定量的に記載する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1143000" y="3840480"/>
            <a:ext cx="1005840" cy="320040"/>
          </a:xfrm>
          <a:prstGeom prst="rect">
            <a:avLst>
              <a:gd name="adj" fmla="val 14286"/>
            </a:avLst>
          </a:prstGeom>
          <a:solidFill>
            <a:srgbClr val="EDE9FE"/>
          </a:solidFill>
          <a:ln/>
        </p:spPr>
      </p:sp>
      <p:sp>
        <p:nvSpPr>
          <p:cNvPr id="15" name="Text 11"/>
          <p:cNvSpPr/>
          <p:nvPr/>
        </p:nvSpPr>
        <p:spPr>
          <a:xfrm>
            <a:off x="1143000" y="38404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313432" y="3840480"/>
            <a:ext cx="1005840" cy="320040"/>
          </a:xfrm>
          <a:prstGeom prst="rect">
            <a:avLst>
              <a:gd name="adj" fmla="val 14286"/>
            </a:avLst>
          </a:prstGeom>
          <a:solidFill>
            <a:srgbClr val="EDE9FE"/>
          </a:solidFill>
          <a:ln/>
        </p:spPr>
      </p:sp>
      <p:sp>
        <p:nvSpPr>
          <p:cNvPr id="17" name="Text 13"/>
          <p:cNvSpPr/>
          <p:nvPr/>
        </p:nvSpPr>
        <p:spPr>
          <a:xfrm>
            <a:off x="2313432" y="38404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483864" y="3840480"/>
            <a:ext cx="1005840" cy="320040"/>
          </a:xfrm>
          <a:prstGeom prst="rect">
            <a:avLst>
              <a:gd name="adj" fmla="val 14286"/>
            </a:avLst>
          </a:prstGeom>
          <a:solidFill>
            <a:srgbClr val="EDE9FE"/>
          </a:solidFill>
          <a:ln/>
        </p:spPr>
      </p:sp>
      <p:sp>
        <p:nvSpPr>
          <p:cNvPr id="19" name="Text 15"/>
          <p:cNvSpPr/>
          <p:nvPr/>
        </p:nvSpPr>
        <p:spPr>
          <a:xfrm>
            <a:off x="3483864" y="38404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施策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654296" y="3840480"/>
            <a:ext cx="1005840" cy="320040"/>
          </a:xfrm>
          <a:prstGeom prst="rect">
            <a:avLst>
              <a:gd name="adj" fmla="val 14286"/>
            </a:avLst>
          </a:prstGeom>
          <a:solidFill>
            <a:srgbClr val="EDE9FE"/>
          </a:solidFill>
          <a:ln/>
        </p:spPr>
      </p:sp>
      <p:sp>
        <p:nvSpPr>
          <p:cNvPr id="21" name="Text 17"/>
          <p:cNvSpPr/>
          <p:nvPr/>
        </p:nvSpPr>
        <p:spPr>
          <a:xfrm>
            <a:off x="4654296" y="38404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予算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824728" y="3840480"/>
            <a:ext cx="1005840" cy="320040"/>
          </a:xfrm>
          <a:prstGeom prst="rect">
            <a:avLst>
              <a:gd name="adj" fmla="val 14286"/>
            </a:avLst>
          </a:prstGeom>
          <a:solidFill>
            <a:srgbClr val="EDE9FE"/>
          </a:solidFill>
          <a:ln/>
        </p:spPr>
      </p:sp>
      <p:sp>
        <p:nvSpPr>
          <p:cNvPr id="23" name="Text 19"/>
          <p:cNvSpPr/>
          <p:nvPr/>
        </p:nvSpPr>
        <p:spPr>
          <a:xfrm>
            <a:off x="5824728" y="38404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995160" y="3840480"/>
            <a:ext cx="1005840" cy="320040"/>
          </a:xfrm>
          <a:prstGeom prst="rect">
            <a:avLst>
              <a:gd name="adj" fmla="val 14286"/>
            </a:avLst>
          </a:prstGeom>
          <a:solidFill>
            <a:srgbClr val="EDE9FE"/>
          </a:solidFill>
          <a:ln/>
        </p:spPr>
      </p:sp>
      <p:sp>
        <p:nvSpPr>
          <p:cNvPr id="25" name="Text 21"/>
          <p:cNvSpPr/>
          <p:nvPr/>
        </p:nvSpPr>
        <p:spPr>
          <a:xfrm>
            <a:off x="6995160" y="38404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日程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804672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コピペ可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テンプレート③: 月次報告書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37160"/>
            <a:ext cx="256032" cy="2560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85800" y="777240"/>
            <a:ext cx="7772400" cy="2377440"/>
          </a:xfrm>
          <a:prstGeom prst="rect">
            <a:avLst>
              <a:gd name="adj" fmla="val 3077"/>
            </a:avLst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868680"/>
            <a:ext cx="7315200" cy="2194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月次報告のスライド構成を作成してください。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構成: 実績サマリー → 目標比較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→ 要因分析 → 来月のアクション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【報告月】: [対象月]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【主要KPI】: [売上/利益/件数など]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【実績値】: [今月の実績数値]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【目標値】: [今月の目標数値]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14400" y="3429000"/>
            <a:ext cx="1691640" cy="640080"/>
          </a:xfrm>
          <a:prstGeom prst="rect">
            <a:avLst>
              <a:gd name="adj" fmla="val 714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566160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80160" y="35204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実績サマリー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2788920" y="3429000"/>
            <a:ext cx="1691640" cy="640080"/>
          </a:xfrm>
          <a:prstGeom prst="rect">
            <a:avLst>
              <a:gd name="adj" fmla="val 714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3566160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154680" y="35204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目標比較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663440" y="3429000"/>
            <a:ext cx="1691640" cy="640080"/>
          </a:xfrm>
          <a:prstGeom prst="rect">
            <a:avLst>
              <a:gd name="adj" fmla="val 714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566160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029200" y="35204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要因分析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537960" y="3429000"/>
            <a:ext cx="1691640" cy="640080"/>
          </a:xfrm>
          <a:prstGeom prst="rect">
            <a:avLst>
              <a:gd name="adj" fmla="val 714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3566160"/>
            <a:ext cx="201168" cy="2011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903720" y="35204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来月アクション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804672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コピペ可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テンプレート④: 研修資料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37160"/>
            <a:ext cx="256032" cy="2560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85800" y="777240"/>
            <a:ext cx="7772400" cy="2194560"/>
          </a:xfrm>
          <a:prstGeom prst="rect">
            <a:avLst>
              <a:gd name="adj" fmla="val 3333"/>
            </a:avLst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86868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研修資料を作成してください。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12スライド構成。1スライド1メッセージ。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専門用語は平易な言葉に言い換えてください。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【研修テーマ】: [テーマ]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【対象者】: [受講者のレベル]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【研修時間】: [所要時間]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【到達目標】: [研修後にできるようになること]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14400" y="3246120"/>
            <a:ext cx="2286000" cy="914400"/>
          </a:xfrm>
          <a:prstGeom prst="rect">
            <a:avLst>
              <a:gd name="adj" fmla="val 5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384" y="333756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14400" y="36393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12スライド構成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914400" y="385876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15〜20分に最適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429000" y="3246120"/>
            <a:ext cx="2286000" cy="914400"/>
          </a:xfrm>
          <a:prstGeom prst="rect">
            <a:avLst>
              <a:gd name="adj" fmla="val 5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3337560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429000" y="36393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1スライド1メッセージ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429000" y="385876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情報過多を防止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943600" y="3246120"/>
            <a:ext cx="2286000" cy="914400"/>
          </a:xfrm>
          <a:prstGeom prst="rect">
            <a:avLst>
              <a:gd name="adj" fmla="val 5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8584" y="3337560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943600" y="36393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専門用語は平易に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943600" y="385876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理解しやすさ優先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テンプレートのカスタマイズ方法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82296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850392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777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を自分の内容に差し替え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508760" y="1051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具体的な情報ほど出力品質UP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" y="160020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627632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構成セクションの追加・削除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508760" y="1828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型は自由にアレンジ可能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85800" y="237744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404872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業界用語・社内ルールを追記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508760" y="2606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そのまま使える出力に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8580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/ After 例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85800" y="3200400"/>
            <a:ext cx="3474720" cy="548640"/>
          </a:xfrm>
          <a:prstGeom prst="rect">
            <a:avLst>
              <a:gd name="adj" fmla="val 8333"/>
            </a:avLst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22960" y="3200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Before: 【業界】: [業界名]</a:t>
            </a:r>
            <a:endParaRPr lang="en-US" sz="14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3337560"/>
            <a:ext cx="228600" cy="2286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800600" y="3200400"/>
            <a:ext cx="3657600" cy="548640"/>
          </a:xfrm>
          <a:prstGeom prst="rect">
            <a:avLst>
              <a:gd name="adj" fmla="val 8333"/>
            </a:avLst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937760" y="32004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After: 【業界】: 自動車部品製造業（従業員300名）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1097280"/>
            <a:ext cx="914400" cy="9144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9412" y="1389888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【実演】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テンプレートで提案書を生成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クライアント提案書テンプレートをClaudeで実行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営業資料のコツ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868680"/>
            <a:ext cx="2286000" cy="2560320"/>
          </a:xfrm>
          <a:prstGeom prst="rect">
            <a:avLst>
              <a:gd name="adj" fmla="val 32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868680"/>
            <a:ext cx="2286000" cy="640080"/>
          </a:xfrm>
          <a:prstGeom prst="rect">
            <a:avLst>
              <a:gd name="adj" fmla="val 11429"/>
            </a:avLst>
          </a:prstGeom>
          <a:solidFill>
            <a:srgbClr val="D1FAE5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1234440"/>
            <a:ext cx="2286000" cy="274320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96012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数字で語る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51560" y="205740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「大幅に改善」→「30%改善」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曖昧な表現を数値に変換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429000" y="868680"/>
            <a:ext cx="2286000" cy="2560320"/>
          </a:xfrm>
          <a:prstGeom prst="rect">
            <a:avLst>
              <a:gd name="adj" fmla="val 32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29000" y="868680"/>
            <a:ext cx="2286000" cy="640080"/>
          </a:xfrm>
          <a:prstGeom prst="rect">
            <a:avLst>
              <a:gd name="adj" fmla="val 11429"/>
            </a:avLst>
          </a:prstGeom>
          <a:solidFill>
            <a:srgbClr val="DBEAFE"/>
          </a:solidFill>
          <a:ln/>
        </p:spPr>
      </p:sp>
      <p:sp>
        <p:nvSpPr>
          <p:cNvPr id="15" name="Shape 12"/>
          <p:cNvSpPr/>
          <p:nvPr/>
        </p:nvSpPr>
        <p:spPr>
          <a:xfrm>
            <a:off x="3429000" y="1234440"/>
            <a:ext cx="2286000" cy="274320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96012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2900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比較表で説得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611880" y="205740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自社 vs 競合の機能比較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プランA vs プランBの比較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5989320" y="868680"/>
            <a:ext cx="2286000" cy="2560320"/>
          </a:xfrm>
          <a:prstGeom prst="rect">
            <a:avLst>
              <a:gd name="adj" fmla="val 32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989320" y="868680"/>
            <a:ext cx="2286000" cy="640080"/>
          </a:xfrm>
          <a:prstGeom prst="rect">
            <a:avLst>
              <a:gd name="adj" fmla="val 11429"/>
            </a:avLst>
          </a:prstGeom>
          <a:solidFill>
            <a:srgbClr val="FEF3C7"/>
          </a:solidFill>
          <a:ln/>
        </p:spPr>
      </p:sp>
      <p:sp>
        <p:nvSpPr>
          <p:cNvPr id="21" name="Shape 17"/>
          <p:cNvSpPr/>
          <p:nvPr/>
        </p:nvSpPr>
        <p:spPr>
          <a:xfrm>
            <a:off x="5989320" y="1234440"/>
            <a:ext cx="2286000" cy="274320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96012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98932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/ After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172200" y="205740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導入前: 手作業3時間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導入後: 自動化15分</a:t>
            </a:r>
            <a:endParaRPr lang="en-US" sz="14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840480"/>
            <a:ext cx="201168" cy="20116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60120" y="3794760"/>
            <a:ext cx="7452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テンプレート出力後に「比較表を追加して」と追加指示するのも効果的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報告書のコツ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822960"/>
            <a:ext cx="7772400" cy="960120"/>
          </a:xfrm>
          <a:prstGeom prst="rect">
            <a:avLst>
              <a:gd name="adj" fmla="val 4762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051560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74520" y="8961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結論ファースト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118872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最初の1行で結論を述べる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「売上目標比105%で達成」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1965960"/>
            <a:ext cx="7772400" cy="960120"/>
          </a:xfrm>
          <a:prstGeom prst="rect">
            <a:avLst>
              <a:gd name="adj" fmla="val 4762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194560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874520" y="20391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グラフの代わりにテーブル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874520" y="233172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AI生成ではテーブルが確実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数値比較はテーブルで十分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85800" y="3108960"/>
            <a:ext cx="7772400" cy="960120"/>
          </a:xfrm>
          <a:prstGeom prst="rect">
            <a:avLst>
              <a:gd name="adj" fmla="val 4762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6868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3337560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874520" y="31821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1ページ1メッセージ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874520" y="347472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情報を詰め込まない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「伝えたいこと」を1つに絞る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777240"/>
            <a:ext cx="7772400" cy="640080"/>
          </a:xfrm>
          <a:prstGeom prst="rect">
            <a:avLst>
              <a:gd name="adj" fmla="val 714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94183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7772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4つのテンプレート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611880" y="7772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提案書 / 企画書 / 報告書 / 研修資料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85800" y="1554480"/>
            <a:ext cx="7772400" cy="6400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19072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1554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カスタマイズ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11880" y="15544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]差し替え + 構成追加削除 + 社内ルール追記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85800" y="2331720"/>
            <a:ext cx="7772400" cy="640080"/>
          </a:xfrm>
          <a:prstGeom prst="rect">
            <a:avLst>
              <a:gd name="adj" fmla="val 714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49631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23317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営業資料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3611880" y="2331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数字で語る / 比較表 / Before/After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85800" y="3108960"/>
            <a:ext cx="7772400" cy="6400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273552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80160" y="3108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報告書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3611880" y="31089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結論ファースト / テーブル / 1ページ1メッセージ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685800" y="3977640"/>
            <a:ext cx="7772400" cy="411480"/>
          </a:xfrm>
          <a:prstGeom prst="rect">
            <a:avLst>
              <a:gd name="adj" fmla="val 11111"/>
            </a:avLst>
          </a:prstGeom>
          <a:solidFill>
            <a:srgbClr val="DBEAF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041648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43000" y="3977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確認テスト: 5問 / 80%合格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09728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 修了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3200400" y="260604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テンプレートを使って、資料作成を加速しよう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次のステップ → P-05 最強ワークフローと総まとめ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P-04: 業務別テンプレート実践</dc:title>
  <dc:subject>PptxGenJS Presentation</dc:subject>
  <dc:creator>Gorilla Knowledge</dc:creator>
  <cp:lastModifiedBy>Gorilla Knowledge</cp:lastModifiedBy>
  <cp:revision>1</cp:revision>
  <dcterms:created xsi:type="dcterms:W3CDTF">2026-04-04T04:26:31Z</dcterms:created>
  <dcterms:modified xsi:type="dcterms:W3CDTF">2026-04-04T04:26:31Z</dcterms:modified>
</cp:coreProperties>
</file>