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Claudeでスライドを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ビジュアル化する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AIプレゼン資料作成  |  P-03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 |   Claudeでスライド資料をビジュアル化する   |   約12分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161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「シンプルで見やすい」デザインの4原則を理解し、自分のスライドに適用できる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82880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2880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99339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Claudeにスライド生成を指示するプロンプトが書ける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0604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060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7706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697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出力形式（Markdown、HTML、PPTX）の特徴と使い分けがわかる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383280"/>
            <a:ext cx="7772400" cy="640080"/>
          </a:xfrm>
          <a:prstGeom prst="rect">
            <a:avLst>
              <a:gd name="adj" fmla="val 11429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38328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5478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474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デザインの対話修正で、スライドの品質を段階的に高められる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「シンプルで見やすい」デザインの4原則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余白たっぷり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情報を詰め込まない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余白は「読みやすさ」を生む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2801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743200" y="1874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1スライド1メッセージ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1枚に言いたいことは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1つだけ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2801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09160" y="1874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色は2-3色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ベース色＋アクセント色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だけで十分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09728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2801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675120" y="1874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フォント統一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23317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フォントは1種類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サイズは3段階まで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6000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この講座のスライドも、まさにこの4原則で作られています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Claudeへのスライド生成プロンプト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2286000"/>
          </a:xfrm>
          <a:prstGeom prst="rect">
            <a:avLst>
              <a:gd name="adj" fmla="val 3200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143000"/>
            <a:ext cx="7223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以下の構成でスライド資料を作ってください。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・1スライド1メッセージ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・箇条書きは3～5個まで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・色はネイビー＋白＋アクセント青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・余白を十分に取る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・フォントはゴシック体で統一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7772400" cy="640080"/>
          </a:xfrm>
          <a:prstGeom prst="rect">
            <a:avLst>
              <a:gd name="adj" fmla="val 11429"/>
            </a:avLst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ポイント: デザインの4原則をそのままプロンプトに含める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411480"/>
            <a:ext cx="1463040" cy="27432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実演パート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Claudeにスライド資料を作らせる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構成→スライドへの変換を実演します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9476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P-02で作った構成をClaudeに渡す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6888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8775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デザインルールを含むプロンプトを入力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310896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089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2278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154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生成されたスライドを確認する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6000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手動で1枚ずつ作っていたら何時間もかかる作業が、数十秒で完了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出力形式の選び方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2377440" cy="27432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PPTX変換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Marpなどで変換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テキスト中心の資料向け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手軽さ◎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097280"/>
            <a:ext cx="2377440" cy="27432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280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直接出力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ブラウザで表示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カスタマイズ自由度最高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アニメーション対応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9320" y="1097280"/>
            <a:ext cx="2377440" cy="27432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280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テキストベース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手動仕上げ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80760" y="1965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PowerPointに流し込み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既存テンプレート活用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社内共有向け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023360"/>
            <a:ext cx="7772400" cy="411480"/>
          </a:xfrm>
          <a:prstGeom prst="rect">
            <a:avLst>
              <a:gd name="adj" fmla="val 17778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023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用途に合わせて選ぶ — 正解は1つではない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デザイン指示のコツ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237744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トーン指定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737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「コンサル品質で」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「McKinsey風に」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「Apple風にミニマルで」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097280"/>
            <a:ext cx="237744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カラー指定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737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「ネイビー＋白＋アクセント青で」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「モノトーンで」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「暖色系で」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37744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レイアウト指定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「2カラムで並べて」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「カードレイアウトで」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「余白を多めに」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749040"/>
            <a:ext cx="7772400" cy="548640"/>
          </a:xfrm>
          <a:prstGeom prst="rect">
            <a:avLst>
              <a:gd name="adj" fmla="val 13333"/>
            </a:avLst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具体的な参照先を示すと、Claudeの出力精度が格段に上がる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411480"/>
            <a:ext cx="1463040" cy="274320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11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実演パート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デザインの対話修正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生成→フィードバック→改善の流れを実演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19476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「もっと余白を広げて」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246888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46888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58775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587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「この部分をテーブルで整理して」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310896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108960"/>
            <a:ext cx="777240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22783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1546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「フロー図で表現して」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5800" y="3840480"/>
            <a:ext cx="7772400" cy="457200"/>
          </a:xfrm>
          <a:prstGeom prst="rect">
            <a:avLst>
              <a:gd name="adj" fmla="val 16000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1回で完成させず、対話で育てるのが極意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図解・チャートの指示方法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783080" cy="228600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「AとBを比較表で」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「3案を並べて」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1783080" cy="228600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80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178308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「手順をフロー図で」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「プロセスを矢印で」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1783080" cy="228600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280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2x2マトリクス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178308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「重要度×緊急度で分類」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「コスト×効果で整理」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097280"/>
            <a:ext cx="1783080" cy="228600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097280"/>
            <a:ext cx="178308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28016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1783080"/>
            <a:ext cx="1600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「導入前と導入後を対比」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「変化を見せて」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7772400" cy="548640"/>
          </a:xfrm>
          <a:prstGeom prst="rect">
            <a:avLst>
              <a:gd name="adj" fmla="val 13333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図解を1枚入れるだけで、聞き手の理解度と満足度が大きく上がる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よくある失敗と対策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失敗パターン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051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プロンプトでの対策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7772400" cy="59436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508760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508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テキスト詰め込みすぎ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86200" y="1508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15087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「箇条書きは3行以内で」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「1スライド1メッセージ」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148840"/>
            <a:ext cx="7772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148840"/>
            <a:ext cx="54864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14884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色を使いすぎ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86200" y="2148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6280" y="2148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「2色で統一して」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「アクセントは1色だけ」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2788920"/>
            <a:ext cx="7772400" cy="59436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278892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788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フォントがバラバラ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86200" y="2788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26280" y="2788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「ゴシック体で統一」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「サイズは3段階」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3429000"/>
            <a:ext cx="7772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3429000"/>
            <a:ext cx="54864" cy="594360"/>
          </a:xfrm>
          <a:prstGeom prst="rect">
            <a:avLst/>
          </a:prstGeom>
          <a:solidFill>
            <a:srgbClr val="2D4A7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4290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余白がない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86200" y="34290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6280" y="3429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「パディング40px以上」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「要素間にスペースを」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デザインの4原則（余白・1メッセージ・2-3色・フォント統一）を守るだけでプロ品質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7452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965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プロンプトにデザインルールを含めることで出力品質が激変する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97480"/>
            <a:ext cx="777240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8803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出力形式はHTML・Markdown・テキストから用途に応じて選ぶ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204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611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1回で完成させず、対話で育てるのがClaudeスライド作成の極意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確認テストに挑戦しましょう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5問の確認テスト（80%以上で合格）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 |   Claudeでスライド資料をビジュアル化する   |   完了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P-03: Claudeでスライド資料をビジュアル化する</dc:title>
  <dc:subject>PptxGenJS Presentation</dc:subject>
  <dc:creator>Gorilla Knowledge</dc:creator>
  <cp:lastModifiedBy>Gorilla Knowledge</cp:lastModifiedBy>
  <cp:revision>1</cp:revision>
  <dcterms:created xsi:type="dcterms:W3CDTF">2026-04-04T04:22:09Z</dcterms:created>
  <dcterms:modified xsi:type="dcterms:W3CDTF">2026-04-04T04:22:09Z</dcterms:modified>
</cp:coreProperties>
</file>