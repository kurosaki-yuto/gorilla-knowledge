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AIプレゼン＆資料作成で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クライアント提案を加速する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6  |  Lecture 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  |   なぜAIで資料を作るべきなのか   |   約12分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この講義が終わったら、あなたは...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17043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097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Claudeで提案書の構成を設計できる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709928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709928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8288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175564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プロ品質のスライドを自動生成できる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368296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368296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48716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487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41401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「リサーチ→構成→ビジュアル化」のワークフローが確立できる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026664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026664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3145536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145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07238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PowerPointに依存しない資料作成ができる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3685032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685032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3803904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803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37307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5分で資料が完成する体験をしている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今日のアジェンダ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411480"/>
          </a:xfrm>
          <a:prstGeom prst="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51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1051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20" y="1051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508760"/>
            <a:ext cx="7772400" cy="502920"/>
          </a:xfrm>
          <a:prstGeom prst="rect">
            <a:avLst>
              <a:gd name="adj" fmla="val 7273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508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1508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なぜAIで資料を作るべきなのか  ◀ NOW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1508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103120"/>
            <a:ext cx="777240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5740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Claudeで提案書を設計する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60920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697480"/>
            <a:ext cx="7772400" cy="502920"/>
          </a:xfrm>
          <a:prstGeom prst="rect">
            <a:avLst>
              <a:gd name="adj" fmla="val 7273"/>
            </a:avLst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697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5740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Claudeでスライド化する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2697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3291840"/>
            <a:ext cx="777240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291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5740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業務別テンプレート実践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0920" y="3291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3886200"/>
            <a:ext cx="7772400" cy="502920"/>
          </a:xfrm>
          <a:prstGeom prst="rect">
            <a:avLst>
              <a:gd name="adj" fmla="val 7273"/>
            </a:avLst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886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5740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最強ワークフローと総まとめ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60920" y="3886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資料作成の4つの壁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時間がかかる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0" y="2103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見た目偏重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25146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内容より見た目に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集中してしまう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09160" y="2103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テンプレ依存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25146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テンプレートから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抜け出せない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2D4A7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675120" y="2103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修正で崩壊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75120" y="25146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修正のたびに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レイアウトが崩れる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3931920"/>
            <a:ext cx="7772400" cy="457200"/>
          </a:xfrm>
          <a:prstGeom prst="rect">
            <a:avLst>
              <a:gd name="adj" fmla="val 16000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これらの壁が、資料作成を苦痛な作業にしている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vs Claude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1097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1097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600200"/>
            <a:ext cx="7772400" cy="4572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3〜5時間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5〜10分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103120"/>
            <a:ext cx="7772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7180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テンプレ依存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AI自動生成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606040"/>
            <a:ext cx="7772400" cy="4572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97180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レイアウト崩れる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プロンプトで一発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97180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自分で考える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AIが提案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3611880"/>
            <a:ext cx="7772400" cy="4572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97180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365契約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3212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無料プランあり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" y="3749040"/>
            <a:ext cx="7772400" cy="548640"/>
          </a:xfrm>
          <a:prstGeom prst="rect">
            <a:avLst>
              <a:gd name="adj" fmla="val 13333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749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Claudeなら5分で完成 — 10倍以上の時間短縮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Claudeが資料作成に最適な理由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2344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構成力が圧倒的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1399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伝えたい内容を論理的に整理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187452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874520"/>
            <a:ext cx="777240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205740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Markdown→スライド変換が綺麗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22219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構造化された出力でそのまま使える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69748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697480"/>
            <a:ext cx="777240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28803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修正が対話で完結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3044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「ここを直して」で即反映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352044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52044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無料で使える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0160" y="38679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追加コストゼロで始められる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「シンプルで見やすい」がプロ品質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余白たっぷり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情報に呼吸の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余地を与える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0" y="2103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1スライド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1メッセージ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26060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聞き手の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集中力を保つ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09160" y="2103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色は2〜3色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26060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統一感を生む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2D4A7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🖤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675120" y="2103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フォント統一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75120" y="26060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視認性と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信頼感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3931920"/>
            <a:ext cx="77724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この4原則を守れば、デザイン知識なしでもプロ品質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悪い資料 vs 良い資料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365760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3657600" cy="36576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悪い資料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テキストびっしり詰め込み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色を5色以上使っている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アニメーション過多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00600" y="1097280"/>
            <a:ext cx="365760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097280"/>
            <a:ext cx="365760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良い資料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7492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余白＋キーメッセージ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2色で統一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アニメーションなし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7772400" cy="457200"/>
          </a:xfrm>
          <a:prstGeom prst="rect">
            <a:avLst>
              <a:gd name="adj" fmla="val 16000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Claudeに作らせると、自然に「良い資料」になる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この講座で作れるようになるもの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1417320" cy="2560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188720"/>
            <a:ext cx="141732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クライアントへの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提案資料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1188720"/>
            <a:ext cx="1417320" cy="2560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1188720"/>
            <a:ext cx="141732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13716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331720" y="2011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31720" y="23774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新規プロジェクトの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86200" y="1188720"/>
            <a:ext cx="1417320" cy="2560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6200" y="1188720"/>
            <a:ext cx="141732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3886200" y="13716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931920" y="2011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31920" y="23774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月次・週次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1188720"/>
            <a:ext cx="1417320" cy="2560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188720"/>
            <a:ext cx="1417320" cy="36576"/>
          </a:xfrm>
          <a:prstGeom prst="rect">
            <a:avLst>
              <a:gd name="adj" fmla="val 50000"/>
            </a:avLst>
          </a:prstGeom>
          <a:solidFill>
            <a:srgbClr val="2D4A7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3716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532120" y="2011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研修資料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23774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社内研修の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86600" y="1188720"/>
            <a:ext cx="1417320" cy="2560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86600" y="1188720"/>
            <a:ext cx="1417320" cy="36576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13716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132320" y="2011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営業資料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23774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商品・サービス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紹介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" y="3931920"/>
            <a:ext cx="77724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すべてClaudeに内容を伝えるだけで、構成からデザインまで一気に完成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コスト比較: 外注デザイナー vs Claude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提案書を月4本制作した場合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34747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63040"/>
            <a:ext cx="3474720" cy="36576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外注デザイナー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1本 5〜10万円 × 4本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20〜40万円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 240〜480万円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60520" y="2194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983480" y="1463040"/>
            <a:ext cx="34747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1463040"/>
            <a:ext cx="347472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Claude（無料プラン）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1本あたり 0円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0円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2064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 0円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3931920"/>
            <a:ext cx="7772400" cy="548640"/>
          </a:xfrm>
          <a:prstGeom prst="rect">
            <a:avLst>
              <a:gd name="adj" fmla="val 13333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年間削減額: 最大480万円 — 人件費1人分以上に相当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2344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1430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資料作成の壁（デザイン・見た目偏重・テンプレ依存・修正崩れ）をAIが解消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87452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874520"/>
            <a:ext cx="777240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05740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19659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Claudeなら構成力＋デザイン＋修正が対話で完結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69748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697480"/>
            <a:ext cx="777240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8803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788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「シンプルで見やすい」= プロ品質。余白・1メッセージ・2色・統一フォント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52044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52044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611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外注コスト年間最大480万円をゼロにできる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914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確認テストに挑戦しましょう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5問の確認テスト（80%以上で合格）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  |   なぜAIで資料を作るべきなのか   |   完了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P-01: なぜAIで資料を作るべきなのか</dc:title>
  <dc:subject>PptxGenJS Presentation</dc:subject>
  <dc:creator>Gorilla Knowledge</dc:creator>
  <cp:lastModifiedBy>Gorilla Knowledge</cp:lastModifiedBy>
  <cp:revision>1</cp:revision>
  <dcterms:created xsi:type="dcterms:W3CDTF">2026-04-04T04:19:16Z</dcterms:created>
  <dcterms:modified xsi:type="dcterms:W3CDTF">2026-04-04T04:19:16Z</dcterms:modified>
</cp:coreProperties>
</file>