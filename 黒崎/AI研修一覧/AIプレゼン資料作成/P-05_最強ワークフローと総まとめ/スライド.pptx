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77724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最強ワークフロー＋総まとめ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2926080" y="242316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Perplexity→Claude→スライド化の一気通貫フロー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 |  全社員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06984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112471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Perplexity→Claude→スライド化の一気通貫ワークフローを実践できる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" y="2057400"/>
            <a:ext cx="7772400" cy="868680"/>
          </a:xfrm>
          <a:prstGeom prst="rect">
            <a:avLst>
              <a:gd name="adj" fmla="val 631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16712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828800" y="22219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5分で提案資料を完成させるステップを理解する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85800" y="315468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2644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33192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C（画像・動画・資料）の全体像を整理して説明できる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316736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最強ワークフロー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645920" cy="2377440"/>
          </a:xfrm>
          <a:prstGeom prst="rect">
            <a:avLst>
              <a:gd name="adj" fmla="val 444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0140" y="132588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7830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22402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2880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最新情報・データ収集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48840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651760" y="1188720"/>
            <a:ext cx="1645920" cy="2377440"/>
          </a:xfrm>
          <a:prstGeom prst="rect">
            <a:avLst>
              <a:gd name="adj" fmla="val 444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14700" y="13258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783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43200" y="22402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ストーリー設計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743200" y="2880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構成・流れを作成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48840"/>
            <a:ext cx="274320" cy="2743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846320" y="1188720"/>
            <a:ext cx="1645920" cy="2377440"/>
          </a:xfrm>
          <a:prstGeom prst="rect">
            <a:avLst>
              <a:gd name="adj" fmla="val 444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509260" y="13258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78308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37760" y="22402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スライド化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937760" y="2880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1スライド1メッセージ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148840"/>
            <a:ext cx="274320" cy="27432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040880" y="1188720"/>
            <a:ext cx="1645920" cy="2377440"/>
          </a:xfrm>
          <a:prstGeom prst="rect">
            <a:avLst>
              <a:gd name="adj" fmla="val 4444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703820" y="132588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783080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32320" y="22402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プロ品質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資料完成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132320" y="2880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微調整して納品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85800" y="3840480"/>
            <a:ext cx="7772400" cy="45720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3913632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188720" y="38404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リサーチから完成まで、すべてAIが支援する一気通貫フロー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144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実演: リサーチ→構成→スライド化を一気に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286000" y="2697480"/>
            <a:ext cx="45720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+ Claude で5分で提案資料完成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 |  DEMO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5分で完成する資料作成のステップ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594360"/>
          </a:xfrm>
          <a:prstGeom prst="rect">
            <a:avLst>
              <a:gd name="adj" fmla="val 615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2412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05156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テーマを決める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600200" y="12161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誰に・何を・なぜを明確に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1051560"/>
            <a:ext cx="1097280" cy="32004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15" name="Text 12"/>
          <p:cNvSpPr/>
          <p:nvPr/>
        </p:nvSpPr>
        <p:spPr>
          <a:xfrm>
            <a:off x="7178040" y="1051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30秒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" y="1627632"/>
            <a:ext cx="777240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173736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6479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00200" y="1673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Claudeにプロンプト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600200" y="19293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構成を作ってと指示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178040" y="1764792"/>
            <a:ext cx="1097280" cy="32004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22" name="Text 18"/>
          <p:cNvSpPr/>
          <p:nvPr/>
        </p:nvSpPr>
        <p:spPr>
          <a:xfrm>
            <a:off x="7178040" y="17647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30秒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85800" y="2340864"/>
            <a:ext cx="7772400" cy="594360"/>
          </a:xfrm>
          <a:prstGeom prst="rect">
            <a:avLst>
              <a:gd name="adj" fmla="val 615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77240" y="245059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478024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600200" y="2386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構成を確認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1600200" y="264261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順番・内容を調整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178040" y="2478024"/>
            <a:ext cx="1097280" cy="32004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29" name="Text 24"/>
          <p:cNvSpPr/>
          <p:nvPr/>
        </p:nvSpPr>
        <p:spPr>
          <a:xfrm>
            <a:off x="7178040" y="24780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1分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85800" y="3054096"/>
            <a:ext cx="7772400" cy="59436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77240" y="3163824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191256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600200" y="3099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スライド化を指示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1600200" y="335584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1スライド1メッセージで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7178040" y="3191256"/>
            <a:ext cx="1097280" cy="32004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36" name="Text 30"/>
          <p:cNvSpPr/>
          <p:nvPr/>
        </p:nvSpPr>
        <p:spPr>
          <a:xfrm>
            <a:off x="7178040" y="31912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30秒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685800" y="3767328"/>
            <a:ext cx="7772400" cy="594360"/>
          </a:xfrm>
          <a:prstGeom prst="rect">
            <a:avLst>
              <a:gd name="adj" fmla="val 615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77240" y="387705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904488"/>
            <a:ext cx="256032" cy="25603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600200" y="3813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微調整して完成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1600200" y="406908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表現・データ・流れチェック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7178040" y="3904488"/>
            <a:ext cx="1097280" cy="32004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43" name="Text 36"/>
          <p:cNvSpPr/>
          <p:nvPr/>
        </p:nvSpPr>
        <p:spPr>
          <a:xfrm>
            <a:off x="7178040" y="39044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2分30秒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078992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総整理テーブル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960120"/>
            <a:ext cx="16459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960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16459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960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69080" y="960120"/>
            <a:ext cx="219456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069080" y="960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960120"/>
            <a:ext cx="21031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960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1371600"/>
            <a:ext cx="1645920" cy="109728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13716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 L7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423160" y="137160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3716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69080" y="1371600"/>
            <a:ext cx="21945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1371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バナー・アイキャッチ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素材作成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1371600"/>
            <a:ext cx="2103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3716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AI画像生成講座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2468880"/>
            <a:ext cx="1645920" cy="109728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24688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動画生成 L8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423160" y="246888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24688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69080" y="2468880"/>
            <a:ext cx="21945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24688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プロモーション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SNS・研修動画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2468880"/>
            <a:ext cx="2103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24688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AI動画生成講座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7240" y="3566160"/>
            <a:ext cx="1645920" cy="109728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35661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資料作成 L9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423160" y="3566160"/>
            <a:ext cx="16459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35661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069080" y="3566160"/>
            <a:ext cx="21945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60520" y="3566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提案書・報告書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企画書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63640" y="3566160"/>
            <a:ext cx="21031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5661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AIプレゼン資料作成講座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84124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Cの核心メッセージ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7772400" cy="1188720"/>
          </a:xfrm>
          <a:prstGeom prst="rect">
            <a:avLst>
              <a:gd name="adj" fmla="val 615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105156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デザイン・動画・資料をAIに任せて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人間は「何を伝えるか」に集中する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68680" y="2560320"/>
            <a:ext cx="2286000" cy="1463040"/>
          </a:xfrm>
          <a:prstGeom prst="rect">
            <a:avLst>
              <a:gd name="adj" fmla="val 375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660" y="26974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画像デザイン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60120" y="3429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に任せる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429000" y="2560320"/>
            <a:ext cx="2286000" cy="1463040"/>
          </a:xfrm>
          <a:prstGeom prst="rect">
            <a:avLst>
              <a:gd name="adj" fmla="val 375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26974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2044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動画制作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520440" y="3429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 に任せる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989320" y="2560320"/>
            <a:ext cx="2286000" cy="1463040"/>
          </a:xfrm>
          <a:prstGeom prst="rect">
            <a:avLst>
              <a:gd name="adj" fmla="val 375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6974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80760" y="30632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資料作成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080760" y="3429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に任せる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85800" y="4206240"/>
            <a:ext cx="7772400" cy="411480"/>
          </a:xfrm>
          <a:prstGeom prst="rect">
            <a:avLst>
              <a:gd name="adj" fmla="val 8889"/>
            </a:avLst>
          </a:prstGeom>
          <a:solidFill>
            <a:srgbClr val="FEF3C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51960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42062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人間の役割 →「誰に、何を、なぜ伝えるか」を設計する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078992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コスト比較: AIで資料作成の威力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960120"/>
            <a:ext cx="18288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960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4640" y="960120"/>
            <a:ext cx="16459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960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960120"/>
            <a:ext cx="16459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960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01168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960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削減効果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1371600"/>
            <a:ext cx="182880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137160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提案資料作成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34640" y="1371600"/>
            <a:ext cx="164592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13716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3〜5時間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1371600"/>
            <a:ext cx="164592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3716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1371600"/>
            <a:ext cx="201168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3716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97%削減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05840" y="2148840"/>
            <a:ext cx="1828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21488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デザイン調整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34640" y="2148840"/>
            <a:ext cx="1645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21488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1〜2時間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80560" y="2148840"/>
            <a:ext cx="1645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21488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214884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1488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100%削減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05840" y="2926080"/>
            <a:ext cx="182880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29260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年間（週1作成）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34640" y="2926080"/>
            <a:ext cx="164592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29260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約200時間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480560" y="2926080"/>
            <a:ext cx="1645920" cy="7772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29260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約4時間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2926080"/>
            <a:ext cx="2011680" cy="7772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926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約160時間削減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5800" y="3749040"/>
            <a:ext cx="7772400" cy="502920"/>
          </a:xfrm>
          <a:prstGeom prst="rect">
            <a:avLst>
              <a:gd name="adj" fmla="val 9091"/>
            </a:avLst>
          </a:prstGeom>
          <a:solidFill>
            <a:srgbClr val="D1FAE5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40480"/>
            <a:ext cx="274320" cy="27432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188720" y="37490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年間160時間 = 20営業日分 = 丸1ヶ月分の時間を創出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316736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よくある失敗と対策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3749040" cy="960120"/>
          </a:xfrm>
          <a:prstGeom prst="rect">
            <a:avLst>
              <a:gd name="adj" fmla="val 4762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9728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051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AIに丸投げして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微妙な資料に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156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原因: 目的が不明確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325880"/>
            <a:ext cx="228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09160" y="1005840"/>
            <a:ext cx="3749040" cy="960120"/>
          </a:xfrm>
          <a:prstGeom prst="rect">
            <a:avLst>
              <a:gd name="adj" fmla="val 4762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728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74920" y="1143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「誰に・何を・なぜ」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を最初に決める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85800" y="2148840"/>
            <a:ext cx="3749040" cy="960120"/>
          </a:xfrm>
          <a:prstGeom prst="rect">
            <a:avLst>
              <a:gd name="adj" fmla="val 4762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24028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2194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装飾が多すぎて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読みにくい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5156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原因: 指示が曖昧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2468880"/>
            <a:ext cx="228600" cy="2286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709160" y="2148840"/>
            <a:ext cx="3749040" cy="960120"/>
          </a:xfrm>
          <a:prstGeom prst="rect">
            <a:avLst>
              <a:gd name="adj" fmla="val 4762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240280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74920" y="2286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「シンプルに。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色は3色まで」と指示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85800" y="3291840"/>
            <a:ext cx="3749040" cy="960120"/>
          </a:xfrm>
          <a:prstGeom prst="rect">
            <a:avLst>
              <a:gd name="adj" fmla="val 4762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383280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51560" y="3337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数字やファクトが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間違っている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1051560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原因: 確認不足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3128" y="3611880"/>
            <a:ext cx="228600" cy="22860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4709160" y="3291840"/>
            <a:ext cx="3749040" cy="960120"/>
          </a:xfrm>
          <a:prstGeom prst="rect">
            <a:avLst>
              <a:gd name="adj" fmla="val 4762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3383280"/>
            <a:ext cx="201168" cy="20116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074920" y="3429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必ず人間が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ファクトチェック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316736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宿題3つ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11556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261872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74520" y="11430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Claudeで提案資料を1つ作る（テーマは自由）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" y="2103120"/>
            <a:ext cx="7772400" cy="868680"/>
          </a:xfrm>
          <a:prstGeom prst="rect">
            <a:avLst>
              <a:gd name="adj" fmla="val 631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21284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35915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74520" y="224028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「リサーチ→構成→スライド化」フローを最初から最後まで試す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85800" y="320040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331012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456432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74520" y="33375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次のクライアント提案をClaudeで作ってみる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197864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全5パート総まとめ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960120"/>
            <a:ext cx="109728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9601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20240" y="960120"/>
            <a:ext cx="347472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9601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94960" y="960120"/>
            <a:ext cx="292608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9601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核心スキル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1344168"/>
            <a:ext cx="109728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34416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20240" y="1344168"/>
            <a:ext cx="347472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134416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なぜAIで資料を作るべきなのか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1344168"/>
            <a:ext cx="292608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3441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マインドセット転換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2002536"/>
            <a:ext cx="1097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00253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920240" y="2002536"/>
            <a:ext cx="3474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200253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Claudeで提案書を設計する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94960" y="2002536"/>
            <a:ext cx="2926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200253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構成力（誰に・何を・なぜ）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2660904"/>
            <a:ext cx="109728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26609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920240" y="2660904"/>
            <a:ext cx="347472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266090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Claudeでスライド化する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94960" y="2660904"/>
            <a:ext cx="292608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26609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1スライド1メッセージ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3319272"/>
            <a:ext cx="10972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31927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920240" y="3319272"/>
            <a:ext cx="3474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33192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業務別テンプレート実践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94960" y="3319272"/>
            <a:ext cx="29260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331927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テンプレ活用で即戦力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2960" y="3977640"/>
            <a:ext cx="1097280" cy="658368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397764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920240" y="3977640"/>
            <a:ext cx="3474720" cy="658368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0" y="397764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最強ワークフロー＋総まとめ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394960" y="3977640"/>
            <a:ext cx="2926080" cy="658368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0" y="3977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一気通貫フロー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8229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2926080" y="233172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AIプレゼン資料作成講座 全5パート修了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次回: Lecture 10 総合演習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 |  最強ワークフロー＋総まとめ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P-05: 最強ワークフロー＋総まとめ</dc:title>
  <dc:subject>PptxGenJS Presentation</dc:subject>
  <dc:creator>Gorilla Knowledge</dc:creator>
  <cp:lastModifiedBy>Gorilla Knowledge</cp:lastModifiedBy>
  <cp:revision>1</cp:revision>
  <dcterms:created xsi:type="dcterms:W3CDTF">2026-04-04T04:26:25Z</dcterms:created>
  <dcterms:modified xsi:type="dcterms:W3CDTF">2026-04-04T04:26:25Z</dcterms:modified>
</cp:coreProperties>
</file>