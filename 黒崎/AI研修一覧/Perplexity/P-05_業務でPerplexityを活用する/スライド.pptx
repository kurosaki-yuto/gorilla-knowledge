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9144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業務でPerplexityを活用する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3200400" y="251460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697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実践ケーススタディ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  |  全社員向け実践  |  12分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9144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部門別のPerplexity活用パターンを3つ以上挙げられる（営業/企画/人事/経理/法務）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164592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116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19659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商談前リサーチをPerplexityで実際に実行できる（実演で確認）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69748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632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Spaces・Cometを使ったチーム活用方法を理解している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243584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業務活用マップ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54380" y="914400"/>
            <a:ext cx="1417320" cy="2560320"/>
          </a:xfrm>
          <a:prstGeom prst="rect">
            <a:avLst>
              <a:gd name="adj" fmla="val 3226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09728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54380" y="14630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45820" y="1874520"/>
            <a:ext cx="1234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商談前リサーチ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企業の最新動向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308860" y="914400"/>
            <a:ext cx="1417320" cy="2560320"/>
          </a:xfrm>
          <a:prstGeom prst="rect">
            <a:avLst>
              <a:gd name="adj" fmla="val 3226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09728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308860" y="14630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企画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400300" y="1874520"/>
            <a:ext cx="1234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市場調査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3863340" y="914400"/>
            <a:ext cx="1417320" cy="2560320"/>
          </a:xfrm>
          <a:prstGeom prst="rect">
            <a:avLst>
              <a:gd name="adj" fmla="val 3226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09728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63340" y="14630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人事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3954780" y="1874520"/>
            <a:ext cx="1234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採用トレンド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Academic法改正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417820" y="914400"/>
            <a:ext cx="1417320" cy="2560320"/>
          </a:xfrm>
          <a:prstGeom prst="rect">
            <a:avLst>
              <a:gd name="adj" fmla="val 3226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09728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17820" y="14630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経理/法務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509260" y="1874520"/>
            <a:ext cx="1234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税制・法令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出典付き調査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6972300" y="914400"/>
            <a:ext cx="1417320" cy="2560320"/>
          </a:xfrm>
          <a:prstGeom prst="rect">
            <a:avLst>
              <a:gd name="adj" fmla="val 32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109728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972300" y="14630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全社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7063740" y="1874520"/>
            <a:ext cx="1234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Spaces共有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Cometで効率化</a:t>
            </a:r>
            <a:endParaRPr lang="en-US" sz="14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794760"/>
            <a:ext cx="201168" cy="20116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60120" y="3749040"/>
            <a:ext cx="7452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共通ニーズ：最新の正確な情報を、出典付きで素早く手に入れたい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024128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 — 商談前の企業リサーチ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822960"/>
            <a:ext cx="7772400" cy="502920"/>
          </a:xfrm>
          <a:prstGeom prst="rect">
            <a:avLst>
              <a:gd name="adj" fmla="val 9091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82296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「ソフトバンクグループの最新ニュースと現在の事業課題、今後の戦略について教えてください」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1508760"/>
            <a:ext cx="2286000" cy="1737360"/>
          </a:xfrm>
          <a:prstGeom prst="rect">
            <a:avLst>
              <a:gd name="adj" fmla="val 2632"/>
            </a:avLst>
          </a:prstGeom>
          <a:solidFill>
            <a:srgbClr val="FAFBFC"/>
          </a:solidFill>
          <a:ln w="6350">
            <a:solidFill>
              <a:srgbClr val="2563EB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7380" y="1645920"/>
            <a:ext cx="228600" cy="2286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68680" y="1947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最新ニュース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60120" y="22860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直近のプレスリリース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出典付きで取得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429000" y="1508760"/>
            <a:ext cx="2286000" cy="1737360"/>
          </a:xfrm>
          <a:prstGeom prst="rect">
            <a:avLst>
              <a:gd name="adj" fmla="val 2632"/>
            </a:avLst>
          </a:prstGeom>
          <a:solidFill>
            <a:srgbClr val="FAFBFC"/>
          </a:solidFill>
          <a:ln w="6350">
            <a:solidFill>
              <a:srgbClr val="2563E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1645920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29000" y="1947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事業課題・戦略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520440" y="22860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AIへの投資状況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戦略方針が整理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5989320" y="1508760"/>
            <a:ext cx="2286000" cy="1737360"/>
          </a:xfrm>
          <a:prstGeom prst="rect">
            <a:avLst>
              <a:gd name="adj" fmla="val 2632"/>
            </a:avLst>
          </a:prstGeom>
          <a:solidFill>
            <a:srgbClr val="FAFBFC"/>
          </a:solidFill>
          <a:ln w="6350">
            <a:solidFill>
              <a:srgbClr val="2563E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020" y="1645920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989320" y="1947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フォローアップ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080760" y="22860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「提案に使えるポイント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3つにまとめて」→即整理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685800" y="3520440"/>
            <a:ext cx="3200400" cy="320040"/>
          </a:xfrm>
          <a:prstGeom prst="rect">
            <a:avLst>
              <a:gd name="adj" fmla="val 14286"/>
            </a:avLst>
          </a:prstGeom>
          <a:solidFill>
            <a:srgbClr val="D1FAE5"/>
          </a:solidFill>
          <a:ln/>
        </p:spPr>
      </p:sp>
      <p:sp>
        <p:nvSpPr>
          <p:cNvPr id="24" name="Text 19"/>
          <p:cNvSpPr/>
          <p:nvPr/>
        </p:nvSpPr>
        <p:spPr>
          <a:xfrm>
            <a:off x="685800" y="3520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商談準備 30分 → 5分に短縮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64592"/>
            <a:ext cx="1097280" cy="256032"/>
          </a:xfrm>
          <a:prstGeom prst="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645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7548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【実演】商談前リサーチをやってみる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0" y="1280160"/>
            <a:ext cx="914400" cy="91440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93C5F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5544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実演録画 44秒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85800" y="2834640"/>
            <a:ext cx="1005840" cy="274320"/>
          </a:xfrm>
          <a:prstGeom prst="rect">
            <a:avLst>
              <a:gd name="adj" fmla="val 10000"/>
            </a:avLst>
          </a:prstGeom>
          <a:solidFill>
            <a:srgbClr val="2D4A7A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28346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0〜4秒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783080" y="283464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Perplexityトップページを開く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5800" y="3218688"/>
            <a:ext cx="1005840" cy="274320"/>
          </a:xfrm>
          <a:prstGeom prst="rect">
            <a:avLst>
              <a:gd name="adj" fmla="val 10000"/>
            </a:avLst>
          </a:prstGeom>
          <a:solidFill>
            <a:srgbClr val="2D4A7A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321868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4〜18秒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783080" y="3218688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「ソフトバンクグループの最新ニュース・事業課題・戦略」を入力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85800" y="3602736"/>
            <a:ext cx="1005840" cy="274320"/>
          </a:xfrm>
          <a:prstGeom prst="rect">
            <a:avLst>
              <a:gd name="adj" fmla="val 10000"/>
            </a:avLst>
          </a:prstGeom>
          <a:solidFill>
            <a:srgbClr val="2D4A7A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36027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20〜30秒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783080" y="3602736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AI回答生成 → AI投資・事業課題・戦略方針が整理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85800" y="3986784"/>
            <a:ext cx="1005840" cy="274320"/>
          </a:xfrm>
          <a:prstGeom prst="rect">
            <a:avLst>
              <a:gd name="adj" fmla="val 10000"/>
            </a:avLst>
          </a:prstGeom>
          <a:solidFill>
            <a:srgbClr val="2D4A7A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39867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30〜37秒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783080" y="3986784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スクロールして詳細を確認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85800" y="4370832"/>
            <a:ext cx="1005840" cy="274320"/>
          </a:xfrm>
          <a:prstGeom prst="rect">
            <a:avLst>
              <a:gd name="adj" fmla="val 10000"/>
            </a:avLst>
          </a:prstGeom>
          <a:solidFill>
            <a:srgbClr val="2D4A7A"/>
          </a:solidFill>
          <a:ln/>
        </p:spPr>
      </p:sp>
      <p:sp>
        <p:nvSpPr>
          <p:cNvPr id="22" name="Text 19"/>
          <p:cNvSpPr/>
          <p:nvPr/>
        </p:nvSpPr>
        <p:spPr>
          <a:xfrm>
            <a:off x="685800" y="43708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37〜44秒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783080" y="437083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フォローアップ「商談に使えるポイントを3つに」→ 即整理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024128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企画・マーケ — 市場調査・競合分析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822960"/>
            <a:ext cx="1371600" cy="320040"/>
          </a:xfrm>
          <a:prstGeom prst="rect">
            <a:avLst>
              <a:gd name="adj" fmla="val 11429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822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Search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1188720"/>
            <a:ext cx="7772400" cy="457200"/>
          </a:xfrm>
          <a:prstGeom prst="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118872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「日本のサブスクリプション市場の2026年規模と成長率、主要プレーヤーを教えて」</a:t>
            </a:r>
            <a:endParaRPr lang="en-US" sz="1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83664"/>
            <a:ext cx="219456" cy="21945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33272" y="1828800"/>
            <a:ext cx="73334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Search：市場規模・CAGR・主要企業・トレンドを一括取得</a:t>
            </a:r>
            <a:endParaRPr lang="en-US" sz="14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78024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33272" y="2423160"/>
            <a:ext cx="73334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フォローアップ：「成長率が最も高いセグメントは？」で深掘り</a:t>
            </a:r>
            <a:endParaRPr lang="en-US" sz="14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72384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33272" y="3017520"/>
            <a:ext cx="73334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Research：学術論文・市場レポートレベルの調査レポートを自動生成</a:t>
            </a:r>
            <a:endParaRPr lang="en-US" sz="14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666744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33272" y="3611880"/>
            <a:ext cx="73334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出典付きなので企画書・提案書にそのまま引用可能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85800" y="4343400"/>
            <a:ext cx="4754880" cy="320040"/>
          </a:xfrm>
          <a:prstGeom prst="rect">
            <a:avLst>
              <a:gd name="adj" fmla="val 14286"/>
            </a:avLst>
          </a:prstGeom>
          <a:solidFill>
            <a:srgbClr val="D1FAE5"/>
          </a:solidFill>
          <a:ln/>
        </p:spPr>
      </p:sp>
      <p:sp>
        <p:nvSpPr>
          <p:cNvPr id="22" name="Text 16"/>
          <p:cNvSpPr/>
          <p:nvPr/>
        </p:nvSpPr>
        <p:spPr>
          <a:xfrm>
            <a:off x="685800" y="4343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調査レポート1本分の概要が数分で手に入る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46304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 &amp;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人事・経理・法務での活用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14400"/>
            <a:ext cx="3566160" cy="2560320"/>
          </a:xfrm>
          <a:prstGeom prst="rect">
            <a:avLst>
              <a:gd name="adj" fmla="val 1786"/>
            </a:avLst>
          </a:prstGeom>
          <a:solidFill>
            <a:srgbClr val="D1FAE5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05840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9728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人事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132588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採用トレンド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「2026年のエンジニア採用市場の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トレンドと平均年収」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求人倍率・年収相場・人気技術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法改正キャッチアップ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フォーカスで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官公庁サイトを優先参照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617720" y="914400"/>
            <a:ext cx="3566160" cy="2560320"/>
          </a:xfrm>
          <a:prstGeom prst="rect">
            <a:avLst>
              <a:gd name="adj" fmla="val 1786"/>
            </a:avLst>
          </a:prstGeom>
          <a:solidFill>
            <a:srgbClr val="FEF3C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02920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経理・法務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754880" y="132588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税制・法令調査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「インボイス制度の最新実務対応」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国税庁ガイドライン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税務専門解説を出典付き取得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 Insights・PitchBook・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Statista等プレミアムデータも活用</a:t>
            </a:r>
            <a:endParaRPr lang="en-US" sz="14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49040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3703320"/>
            <a:ext cx="7452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法令の最終判断は必ず顧問税理士・弁護士に確認。Perplexityは「調査の起点」として使う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804672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Spacesでチーム活用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868680"/>
            <a:ext cx="7772400" cy="502920"/>
          </a:xfrm>
          <a:prstGeom prst="rect">
            <a:avLst>
              <a:gd name="adj" fmla="val 9091"/>
            </a:avLst>
          </a:prstGeom>
          <a:solidFill>
            <a:srgbClr val="DBEAF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05840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43000" y="868680"/>
            <a:ext cx="71780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= 社内ドキュメント（PDF・URL）をアップロード → チームで共有するナレッジベース</a:t>
            </a:r>
            <a:endParaRPr lang="en-US" sz="14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2763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1554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製品カタログ・提案資料・社内規定などをアップロード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6771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「うちの製品のXXX機能は競合Yとどう違う？」→ 社内資料に基づいた回答</a:t>
            </a:r>
            <a:endParaRPr lang="en-US" sz="14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907792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5156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チームメンバーと共有 → 情報の属人化を防ぎ、全員が同じ知識にアクセス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685800" y="3611880"/>
            <a:ext cx="7772400" cy="640080"/>
          </a:xfrm>
          <a:prstGeom prst="rect">
            <a:avLst>
              <a:gd name="adj" fmla="val 7143"/>
            </a:avLst>
          </a:prstGeom>
          <a:solidFill>
            <a:srgbClr val="EDE9FE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730752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43000" y="3611880"/>
            <a:ext cx="71780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Computer（2026年2月）: バックグラウンドで複数タスクを自律処理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リサーチ→コーディング→画像生成を一つの指示で実行（Maxプラン）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243584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2025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Cometで作業効率化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868680"/>
            <a:ext cx="7772400" cy="457200"/>
          </a:xfrm>
          <a:prstGeom prst="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86868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Comet = Perplexity製 AIブラウザ（2025年10月〜全ユーザー無料）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1508760"/>
            <a:ext cx="1737360" cy="2011680"/>
          </a:xfrm>
          <a:prstGeom prst="rect">
            <a:avLst>
              <a:gd name="adj" fmla="val 2632"/>
            </a:avLst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645920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2960" y="20116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即時要約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14400" y="237744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閲覧中のページを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Alt+S でワンタッチ要約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0" y="1508760"/>
            <a:ext cx="1737360" cy="2011680"/>
          </a:xfrm>
          <a:prstGeom prst="rect">
            <a:avLst>
              <a:gd name="adj" fmla="val 2632"/>
            </a:avLst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64592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743200" y="20116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Comet Agent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834640" y="237744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フォーム自動入力・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予約タスクをAIが代行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663440" y="1508760"/>
            <a:ext cx="1737360" cy="2011680"/>
          </a:xfrm>
          <a:prstGeom prst="rect">
            <a:avLst>
              <a:gd name="adj" fmla="val 2632"/>
            </a:avLst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64592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63440" y="20116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スマートタブ管理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754880" y="237744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開いているタブを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AIが自動整理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583680" y="1508760"/>
            <a:ext cx="1737360" cy="2011680"/>
          </a:xfrm>
          <a:prstGeom prst="rect">
            <a:avLst>
              <a:gd name="adj" fmla="val 2632"/>
            </a:avLst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64592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583680" y="20116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音声モード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675120" y="237744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Shift+Alt+V で起動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音声で操作・質問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685800" y="3794760"/>
            <a:ext cx="7772400" cy="320040"/>
          </a:xfrm>
          <a:prstGeom prst="rect">
            <a:avLst>
              <a:gd name="adj" fmla="val 14286"/>
            </a:avLst>
          </a:prstGeom>
          <a:solidFill>
            <a:srgbClr val="D1FAE5"/>
          </a:solidFill>
          <a:ln/>
        </p:spPr>
      </p:sp>
      <p:sp>
        <p:nvSpPr>
          <p:cNvPr id="28" name="Text 22"/>
          <p:cNvSpPr/>
          <p:nvPr/>
        </p:nvSpPr>
        <p:spPr>
          <a:xfrm>
            <a:off x="685800" y="3794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普段使いのブラウザをCometに切り替えるだけで、日常業務の効率が大きく変わる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804672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導入のコツ：まず1日3回使ってみる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9144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既存業務の置き換えから始める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126187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Google検索の代わりにPerplexityを使う（ちょっと調べたいことからでOK）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0116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25880" y="19202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1日3回、意識的に使う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226771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朝：業界ニュースチェック / 昼：業務調べもの / 夕：翌日の準備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0175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25880" y="29260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チームで活用事例を共有する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27355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便利だったプロンプトをSpacesに記録 → チームに展開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3931920"/>
            <a:ext cx="7772400" cy="365760"/>
          </a:xfrm>
          <a:prstGeom prst="rect">
            <a:avLst>
              <a:gd name="adj" fmla="val 12500"/>
            </a:avLst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931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2週間続ければ習慣化。Perplexityなしの仕事には戻れなくなるはず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133856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 — Perplexity研修 全5回の振り返り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868680"/>
            <a:ext cx="640080" cy="365760"/>
          </a:xfrm>
          <a:prstGeom prst="rect">
            <a:avLst>
              <a:gd name="adj" fmla="val 7500"/>
            </a:avLst>
          </a:prstGeom>
          <a:solidFill>
            <a:srgbClr val="F3F4F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8686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63040" y="8686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なぜ今Perplexityなのか（AI検索の価値・評価額226億ドル）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1325880"/>
            <a:ext cx="777240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463040"/>
            <a:ext cx="640080" cy="365760"/>
          </a:xfrm>
          <a:prstGeom prst="rect">
            <a:avLst>
              <a:gd name="adj" fmla="val 7500"/>
            </a:avLst>
          </a:prstGeom>
          <a:solidFill>
            <a:srgbClr val="F3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14630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63040" y="1463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基本操作（検索・対話・出典確認）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1920240"/>
            <a:ext cx="777240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2057400"/>
            <a:ext cx="640080" cy="365760"/>
          </a:xfrm>
          <a:prstGeom prst="rect">
            <a:avLst>
              <a:gd name="adj" fmla="val 7500"/>
            </a:avLst>
          </a:prstGeom>
          <a:solidFill>
            <a:srgbClr val="F3F4F6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0574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63040" y="20574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高度な検索テクニック（Focus・Pro Search・Deep Research）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2514600"/>
            <a:ext cx="777240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2651760"/>
            <a:ext cx="640080" cy="365760"/>
          </a:xfrm>
          <a:prstGeom prst="rect">
            <a:avLst>
              <a:gd name="adj" fmla="val 7500"/>
            </a:avLst>
          </a:prstGeom>
          <a:solidFill>
            <a:srgbClr val="F3F4F6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26517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63040" y="2651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Google検索との使い分け（得意・不得意の判断基準）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5800" y="3108960"/>
            <a:ext cx="777240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246120"/>
            <a:ext cx="640080" cy="365760"/>
          </a:xfrm>
          <a:prstGeom prst="rect">
            <a:avLst>
              <a:gd name="adj" fmla="val 7500"/>
            </a:avLst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2461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463040" y="32461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業務実践活用 + Spaces・Comet（← 今日）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" y="3931920"/>
            <a:ext cx="7772400" cy="457200"/>
          </a:xfrm>
          <a:prstGeom prst="rect">
            <a:avLst>
              <a:gd name="adj" fmla="val 10000"/>
            </a:avLst>
          </a:prstGeom>
          <a:solidFill>
            <a:srgbClr val="DBEAFE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次のアクション：①1日3回Perplexityを使う  ②Spacesでチーム共有  ③Cometをダウンロード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0058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Perplexity研修コース 修了！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3200400" y="251460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697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AI検索を武器に、業務をもっと効率的に・もっとスマートに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全5回修了おめでとうございます  |  確認テスト：5問中4問正解で修了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P-05: 業務でPerplexityを活用する -- 実践ケーススタディ</dc:title>
  <dc:subject>PptxGenJS Presentation</dc:subject>
  <dc:creator>Gorilla Knowledge</dc:creator>
  <cp:lastModifiedBy>Gorilla Knowledge</cp:lastModifiedBy>
  <cp:revision>1</cp:revision>
  <dcterms:created xsi:type="dcterms:W3CDTF">2026-04-01T18:46:33Z</dcterms:created>
  <dcterms:modified xsi:type="dcterms:W3CDTF">2026-04-01T18:46:33Z</dcterms:modified>
</cp:coreProperties>
</file>