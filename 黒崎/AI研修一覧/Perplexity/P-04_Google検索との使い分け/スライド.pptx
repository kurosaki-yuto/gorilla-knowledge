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7772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Google検索との使い分け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目的別検索ガイド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| 全社員向け | 12分 | 2026年4月版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0" y="3840480"/>
            <a:ext cx="6400800" cy="822960"/>
          </a:xfrm>
          <a:prstGeom prst="rect">
            <a:avLst>
              <a:gd name="adj" fmla="val 8889"/>
            </a:avLst>
          </a:prstGeom>
          <a:solidFill>
            <a:srgbClr val="2D4A7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2026: 月間アクティブユーザー 4,500万人超 ／ 評価額 226億ドル ／ ARR 2億ドル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7043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Google検索とPerplexityの得意・不得意を正しく理解している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業務目的に応じて適切な検索ツールを選択できる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1821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両者を組み合わせたハイブリッド検索ワークフローを実践できる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Google検索の強み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4688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即時性（秒単位）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1600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速報ニュース・災害情報・株価速報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37560" y="1005840"/>
            <a:ext cx="24688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887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ローカル検索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20440" y="1600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近くのお店、営業時間、口コミ、地図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989320" y="1005840"/>
            <a:ext cx="24688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11430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ショッピング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172200" y="16002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価格比較、在庫確認、購入リンク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85800" y="2651760"/>
            <a:ext cx="24688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地図連携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68680" y="3246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Maps統合、ルート・所要時間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3337560" y="2651760"/>
            <a:ext cx="246888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8346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2788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画像・動画検索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520440" y="32461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ビジュアル情報の網羅的検索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Google検索の弱み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960120"/>
            <a:ext cx="36576" cy="8229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033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広告の多さ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1371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商業キーワードで検索すると画面上部が広告で埋まり、本当の情報にたどり着きにくい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1920240"/>
            <a:ext cx="7772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1920240"/>
            <a:ext cx="36576" cy="8229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25880" y="1993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SEO汚染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25880" y="23317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検索上位=最高品質とは限らない。SEO対策に長けたサイトが上位を独占することがある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" y="2880360"/>
            <a:ext cx="7772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2880360"/>
            <a:ext cx="36576" cy="8229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632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295351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取捨選択が自分頼み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325880" y="32918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リンク一覧が返るだけ。信頼性・最新性の判断はすべて自分任せ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840480"/>
            <a:ext cx="7772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3840480"/>
            <a:ext cx="36576" cy="8229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233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91363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Overview発展途上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325880" y="42519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Geminiによる回答機能が展開中だが精度にばらつき。過信は禁物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Perplexityの強み（2026年最新）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96012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2471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出典付き要約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1508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複数ソースを統合、情報源を明示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37560" y="96012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96012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2471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対話型深掘り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20440" y="1508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フォローアップで文脈を引き継ぎ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989320" y="96012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89320" y="96012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24712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37960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72200" y="15087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質問を分解して段階的に深掘り調査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246888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5800" y="246888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3347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2578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68680" y="3017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学術・市場レポートレベルの自動調査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337560" y="246888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246888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63347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86200" y="2578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520440" y="3017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自分専用ナレッジベース・チーム共有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989320" y="2468880"/>
            <a:ext cx="2468880" cy="1325880"/>
          </a:xfrm>
          <a:prstGeom prst="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989320" y="2468880"/>
            <a:ext cx="36576" cy="132588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63347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37960" y="25786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4,500万ユーザー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6172200" y="30175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評価額226億ドル、ARR2億ドル（2026年）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Perplexityの弱み（2026年現在もGoogle優位）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005840"/>
            <a:ext cx="36576" cy="10515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リアルタイム速報（秒単位）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1508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災害情報・株価速報など秒単位の鮮度ではGoogleに及ばない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5800" y="2240280"/>
            <a:ext cx="77724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2240280"/>
            <a:ext cx="36576" cy="10515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6304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ローカル情報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63040" y="27432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「今いる場所の近くの店」はGoogleマップ統合のGoogleが圧倒的に使いやすい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85800" y="3474720"/>
            <a:ext cx="777240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5800" y="3474720"/>
            <a:ext cx="36576" cy="10515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EC・ショッピング検索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63040" y="39776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価格比較・在庫確認・購入導線はなく、ショッピングには不向き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目的別ツール選択ガイド（一覧）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2011680" cy="4114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914400"/>
            <a:ext cx="1143000" cy="4114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914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914400"/>
            <a:ext cx="1143000" cy="4114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91440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914400"/>
            <a:ext cx="3200400" cy="4114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判断基準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1353312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3533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ニュース速報（秒単位）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1353312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135331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1353312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135331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1353312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3533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1分1秒を争う情報はGoogle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1792224"/>
            <a:ext cx="201168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7922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近くのお店・地図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97480" y="1792224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179222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40480" y="1792224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79222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1792224"/>
            <a:ext cx="32004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7922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位置情報+地図+写真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2231136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23113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価格比較・購入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697480" y="2231136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22311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840480" y="2231136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223113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83480" y="2231136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23113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ECサイト連携が必要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5800" y="2670048"/>
            <a:ext cx="201168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6700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画像検索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97480" y="2670048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26700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840480" y="2670048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2670048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983480" y="2670048"/>
            <a:ext cx="32004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26700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ビジュアル情報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5800" y="3108960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108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概念の理解・調査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697480" y="3108960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97480" y="31089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840480" y="3108960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310896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983480" y="3108960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8348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要約+対話で深掘り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5800" y="3547872"/>
            <a:ext cx="201168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" y="3547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競合・市場調査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697480" y="3547872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3547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840480" y="3547872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0" y="3547872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983480" y="3547872"/>
            <a:ext cx="32004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83480" y="35478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複数ソース統合（Pro Search）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85800" y="3986784"/>
            <a:ext cx="201168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398678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技術比較・メリデメ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697480" y="3986784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97480" y="398678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840480" y="3986784"/>
            <a:ext cx="11430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0" y="3986784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83480" y="3986784"/>
            <a:ext cx="32004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83480" y="39867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分析・構造化が得意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85800" y="4425696"/>
            <a:ext cx="201168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44256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要約・分析レポート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697480" y="4425696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97480" y="442569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840480" y="4425696"/>
            <a:ext cx="11430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40480" y="4425696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4983480" y="4425696"/>
            <a:ext cx="3200400" cy="41148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83480" y="442569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Researchで自動生成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ケース① 競合調査・市場調査 — Perplexity向き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「競合A社の最新AI戦略を30分でまとめて」と依頼された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3657600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463040"/>
            <a:ext cx="36576" cy="2423160"/>
          </a:xfrm>
          <a:prstGeom prst="rect">
            <a:avLst>
              <a:gd name="adj" fmla="val 50000"/>
            </a:avLst>
          </a:prstGeom>
          <a:solidFill>
            <a:srgbClr val="EA433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5910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Google検索の場合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→ 記事10件を開く → 読む → メモ → 自分で要約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8680" y="3154680"/>
            <a:ext cx="1371600" cy="347472"/>
          </a:xfrm>
          <a:prstGeom prst="rect">
            <a:avLst>
              <a:gd name="adj" fmla="val 13158"/>
            </a:avLst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約40分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09160" y="1463040"/>
            <a:ext cx="3657600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463040"/>
            <a:ext cx="36576" cy="242316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2763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15910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Pro Searchの場合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89204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Searchで質問 → 出典付き要約 → 深掘り質問 → 完成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892040" y="3154680"/>
            <a:ext cx="1371600" cy="347472"/>
          </a:xfrm>
          <a:prstGeom prst="rect">
            <a:avLst>
              <a:gd name="adj" fmla="val 13158"/>
            </a:avLst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約10分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ケース② 近くのランチ・今日の速報 — Google向き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「会社から徒歩5分・個室ありの和食店」や「今日の為替速報」を探す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463040"/>
            <a:ext cx="3657600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463040"/>
            <a:ext cx="36576" cy="2423160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5910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Google検索の場合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8680" y="2011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 → 地図+写真+口コミ+予約リンク → 候補3件が2分で揃う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8680" y="3154680"/>
            <a:ext cx="1371600" cy="347472"/>
          </a:xfrm>
          <a:prstGeom prst="rect">
            <a:avLst>
              <a:gd name="adj" fmla="val 13158"/>
            </a:avLst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約2分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09160" y="1463040"/>
            <a:ext cx="3657600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463040"/>
            <a:ext cx="36576" cy="24231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2763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15910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Perplexityの場合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892040" y="20116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テキスト回答のみ。地図なし、写真なし、位置関係も不明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892040" y="3154680"/>
            <a:ext cx="1371600" cy="347472"/>
          </a:xfrm>
          <a:prstGeom prst="rect">
            <a:avLst>
              <a:gd name="adj" fmla="val 13158"/>
            </a:avLst>
          </a:prstGeom>
          <a:solidFill>
            <a:srgbClr val="FEF3C7"/>
          </a:solidFill>
          <a:ln/>
        </p:spPr>
      </p:sp>
      <p:sp>
        <p:nvSpPr>
          <p:cNvPr id="23" name="Text 19"/>
          <p:cNvSpPr/>
          <p:nvPr/>
        </p:nvSpPr>
        <p:spPr>
          <a:xfrm>
            <a:off x="489204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不便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ハイブリッド検索ワークフロー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8288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188720"/>
            <a:ext cx="822960" cy="256032"/>
          </a:xfrm>
          <a:prstGeom prst="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5544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概要把握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1508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743200" y="1051560"/>
            <a:ext cx="18288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1188720"/>
            <a:ext cx="82296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15544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出典リンクで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信頼性確認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1508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18288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188720"/>
            <a:ext cx="82296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詳細深掘り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1508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858000" y="1051560"/>
            <a:ext cx="182880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188720"/>
            <a:ext cx="822960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11887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155448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再整理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" y="2926080"/>
            <a:ext cx="3703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6324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3444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なぜこの順番？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68680" y="3383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全体像を先につかむことで、詳細の位置づけを理解しやすく、無駄な検索が減る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754880" y="2926080"/>
            <a:ext cx="3703320" cy="109728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6324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30352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4937760" y="3383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情報収集の速度と精度が飛躍的に向上。複雑な調査でも迷子にならない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005840"/>
            <a:ext cx="6995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Googleの強み: 速報・ローカル・ショッピング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Perplexityの強み: 出典付き要約・Pro Search・Deep Research・Spaces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103120"/>
            <a:ext cx="6995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「答えが1つに決まるもの」→ Google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「複数の情報を統合して理解を深めたいもの」→ Perplexity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69951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ハイブリッド検索が最強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Perplexityで概要 → Googleで深掘り → Perplexityで再整理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976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88720" y="420624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5問中4問正解（80%）で修了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058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4688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次回: P-05 業務でPerplexityを活用する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0" y="3931920"/>
            <a:ext cx="4572000" cy="685800"/>
          </a:xfrm>
          <a:prstGeom prst="rect">
            <a:avLst>
              <a:gd name="adj" fmla="val 10667"/>
            </a:avLst>
          </a:prstGeom>
          <a:solidFill>
            <a:srgbClr val="2D4A7A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931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議事録要約 ／ 競合分析レポート ／ 社内FAQ対応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P-04: Google検索との使い分け〜目的別検索ガイド</dc:title>
  <dc:subject>PptxGenJS Presentation</dc:subject>
  <dc:creator>Gorilla Knowledge</dc:creator>
  <cp:lastModifiedBy>Gorilla Knowledge</cp:lastModifiedBy>
  <cp:revision>1</cp:revision>
  <dcterms:created xsi:type="dcterms:W3CDTF">2026-04-01T18:45:08Z</dcterms:created>
  <dcterms:modified xsi:type="dcterms:W3CDTF">2026-04-01T18:45:08Z</dcterms:modified>
</cp:coreProperties>
</file>