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4820" y="777240"/>
            <a:ext cx="5943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508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基本的な検索の使い方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2926080" y="2423160"/>
            <a:ext cx="329184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560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Perplexityで検索を始める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  |  全社員  |  10分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0116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今日のゴール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960120"/>
            <a:ext cx="7772400" cy="868680"/>
          </a:xfrm>
          <a:prstGeom prst="rect">
            <a:avLst>
              <a:gd name="adj" fmla="val 6316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23444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069848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828800" y="112471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Perplexityの基本操作をマスターする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85800" y="2057400"/>
            <a:ext cx="7772400" cy="868680"/>
          </a:xfrm>
          <a:prstGeom prst="rect">
            <a:avLst>
              <a:gd name="adj" fmla="val 6316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33172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0160" y="2167128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828800" y="222199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検索結果の読み方を理解する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685800" y="3154680"/>
            <a:ext cx="7772400" cy="868680"/>
          </a:xfrm>
          <a:prstGeom prst="rect">
            <a:avLst>
              <a:gd name="adj" fmla="val 6316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42900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3264408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828800" y="331927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フォローアップ質問で深掘りできるようになる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"/>
            <a:ext cx="960120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Perplexityの基本操作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960120"/>
            <a:ext cx="7772400" cy="658368"/>
          </a:xfrm>
          <a:prstGeom prst="rect">
            <a:avLst>
              <a:gd name="adj" fmla="val 6944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078992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124712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783080" y="1005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サイトにアクセス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783080" y="12801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perplexity.ai を開く</a:t>
            </a:r>
            <a:endParaRPr lang="en-US" sz="14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554480"/>
            <a:ext cx="182880" cy="1828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85800" y="1737360"/>
            <a:ext cx="7772400" cy="658368"/>
          </a:xfrm>
          <a:prstGeom prst="rect">
            <a:avLst>
              <a:gd name="adj" fmla="val 694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22960" y="1856232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901952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83080" y="1783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質問を入力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783080" y="20574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検索ボックスにキーワードや質問を入力</a:t>
            </a:r>
            <a:endParaRPr lang="en-US" sz="14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2331720"/>
            <a:ext cx="182880" cy="18288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85800" y="2514600"/>
            <a:ext cx="7772400" cy="658368"/>
          </a:xfrm>
          <a:prstGeom prst="rect">
            <a:avLst>
              <a:gd name="adj" fmla="val 6944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822960" y="2633472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2679192"/>
            <a:ext cx="292608" cy="29260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783080" y="2560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検索を実行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1783080" y="28346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Enterキーまたは送信ボタンをクリック</a:t>
            </a:r>
            <a:endParaRPr lang="en-US" sz="14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3108960"/>
            <a:ext cx="182880" cy="182880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685800" y="3291840"/>
            <a:ext cx="7772400" cy="658368"/>
          </a:xfrm>
          <a:prstGeom prst="rect">
            <a:avLst>
              <a:gd name="adj" fmla="val 694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822960" y="3410712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0" y="3456432"/>
            <a:ext cx="292608" cy="29260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783080" y="3337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結果を確認</a:t>
            </a:r>
            <a:endParaRPr lang="en-US" sz="1600" dirty="0"/>
          </a:p>
        </p:txBody>
      </p:sp>
      <p:sp>
        <p:nvSpPr>
          <p:cNvPr id="31" name="Text 22"/>
          <p:cNvSpPr/>
          <p:nvPr/>
        </p:nvSpPr>
        <p:spPr>
          <a:xfrm>
            <a:off x="1783080" y="36118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AIが生成した回答と情報源を確認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"/>
            <a:ext cx="1197864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"/>
            <a:ext cx="119786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検索結果の見方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05256" y="960120"/>
            <a:ext cx="2286000" cy="2194560"/>
          </a:xfrm>
          <a:prstGeom prst="rect">
            <a:avLst>
              <a:gd name="adj" fmla="val 2083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5256" y="960120"/>
            <a:ext cx="2286000" cy="502920"/>
          </a:xfrm>
          <a:prstGeom prst="rect">
            <a:avLst>
              <a:gd name="adj" fmla="val 9091"/>
            </a:avLst>
          </a:prstGeom>
          <a:solidFill>
            <a:srgbClr val="DBEAFE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952" y="1051560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05256" y="1554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42416" y="19659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AIが複数の情報源を統合して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生成した総合的な回答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429000" y="960120"/>
            <a:ext cx="2286000" cy="2194560"/>
          </a:xfrm>
          <a:prstGeom prst="rect">
            <a:avLst>
              <a:gd name="adj" fmla="val 2083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429000" y="960120"/>
            <a:ext cx="2286000" cy="502920"/>
          </a:xfrm>
          <a:prstGeom prst="rect">
            <a:avLst>
              <a:gd name="adj" fmla="val 9091"/>
            </a:avLst>
          </a:prstGeom>
          <a:solidFill>
            <a:srgbClr val="D1FAE5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696" y="1051560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29000" y="1554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情報源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566160" y="19659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回答の根拠となった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ウェブサイトや文献の一覧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5952744" y="960120"/>
            <a:ext cx="2286000" cy="2194560"/>
          </a:xfrm>
          <a:prstGeom prst="rect">
            <a:avLst>
              <a:gd name="adj" fmla="val 2083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952744" y="960120"/>
            <a:ext cx="2286000" cy="502920"/>
          </a:xfrm>
          <a:prstGeom prst="rect">
            <a:avLst>
              <a:gd name="adj" fmla="val 9091"/>
            </a:avLst>
          </a:prstGeom>
          <a:solidFill>
            <a:srgbClr val="EDE9FE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051560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952744" y="1554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関連質問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089904" y="19659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さらに深掘りするための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提案された質問リスト</a:t>
            </a:r>
            <a:endParaRPr lang="en-US" sz="14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429000"/>
            <a:ext cx="201168" cy="20116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78408" y="338328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情報源の番号をクリックすると、元のサイトに直接アクセスできます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"/>
            <a:ext cx="841248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"/>
            <a:ext cx="84124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実演: 基本的な検索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914400"/>
            <a:ext cx="7772400" cy="502920"/>
          </a:xfrm>
          <a:prstGeom prst="rect">
            <a:avLst>
              <a:gd name="adj" fmla="val 9091"/>
            </a:avLst>
          </a:prstGeom>
          <a:solidFill>
            <a:srgbClr val="D1FAE5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0584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91440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検索例: 「2024年のAIトレンドについて教えてください」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85800" y="1600200"/>
            <a:ext cx="7772400" cy="2286000"/>
          </a:xfrm>
          <a:prstGeom prst="rect">
            <a:avLst>
              <a:gd name="adj" fmla="val 2400"/>
            </a:avLst>
          </a:prstGeom>
          <a:solidFill>
            <a:srgbClr val="F3F4F6"/>
          </a:solidFill>
          <a:ln/>
        </p:spPr>
      </p:sp>
      <p:sp>
        <p:nvSpPr>
          <p:cNvPr id="13" name="Shape 10"/>
          <p:cNvSpPr/>
          <p:nvPr/>
        </p:nvSpPr>
        <p:spPr>
          <a:xfrm>
            <a:off x="868680" y="1737360"/>
            <a:ext cx="777240" cy="347472"/>
          </a:xfrm>
          <a:prstGeom prst="rect">
            <a:avLst>
              <a:gd name="adj" fmla="val 10526"/>
            </a:avLst>
          </a:prstGeom>
          <a:solidFill>
            <a:srgbClr val="DBEAFE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173736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783080" y="173736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Perplexity.ai にアクセスし、検索ボックスをクリック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68680" y="2240280"/>
            <a:ext cx="777240" cy="347472"/>
          </a:xfrm>
          <a:prstGeom prst="rect">
            <a:avLst>
              <a:gd name="adj" fmla="val 10526"/>
            </a:avLst>
          </a:prstGeom>
          <a:solidFill>
            <a:srgbClr val="DBEAFE"/>
          </a:solidFill>
          <a:ln/>
        </p:spPr>
      </p:sp>
      <p:sp>
        <p:nvSpPr>
          <p:cNvPr id="17" name="Text 14"/>
          <p:cNvSpPr/>
          <p:nvPr/>
        </p:nvSpPr>
        <p:spPr>
          <a:xfrm>
            <a:off x="868680" y="224028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783080" y="224028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質問文を入力して Enter キーで送信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868680" y="2743200"/>
            <a:ext cx="777240" cy="347472"/>
          </a:xfrm>
          <a:prstGeom prst="rect">
            <a:avLst>
              <a:gd name="adj" fmla="val 10526"/>
            </a:avLst>
          </a:prstGeom>
          <a:solidFill>
            <a:srgbClr val="DBEAFE"/>
          </a:solidFill>
          <a:ln/>
        </p:spPr>
      </p:sp>
      <p:sp>
        <p:nvSpPr>
          <p:cNvPr id="20" name="Text 17"/>
          <p:cNvSpPr/>
          <p:nvPr/>
        </p:nvSpPr>
        <p:spPr>
          <a:xfrm>
            <a:off x="868680" y="274320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783080" y="274320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AIが情報を収集・分析し、回答を生成（数秒）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68680" y="3246120"/>
            <a:ext cx="777240" cy="347472"/>
          </a:xfrm>
          <a:prstGeom prst="rect">
            <a:avLst>
              <a:gd name="adj" fmla="val 10526"/>
            </a:avLst>
          </a:prstGeom>
          <a:solidFill>
            <a:srgbClr val="DBEAFE"/>
          </a:solidFill>
          <a:ln/>
        </p:spPr>
      </p:sp>
      <p:sp>
        <p:nvSpPr>
          <p:cNvPr id="23" name="Text 20"/>
          <p:cNvSpPr/>
          <p:nvPr/>
        </p:nvSpPr>
        <p:spPr>
          <a:xfrm>
            <a:off x="868680" y="324612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783080" y="324612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回答本文・情報源リスト・関連質問を確認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0116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実演のポイント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960120"/>
            <a:ext cx="7772400" cy="658368"/>
          </a:xfrm>
          <a:prstGeom prst="rect">
            <a:avLst>
              <a:gd name="adj" fmla="val 6944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078992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124712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83080" y="960120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自然な日本語で質問を入力する（キーワードだけでもOK）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85800" y="1737360"/>
            <a:ext cx="7772400" cy="658368"/>
          </a:xfrm>
          <a:prstGeom prst="rect">
            <a:avLst>
              <a:gd name="adj" fmla="val 6944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1856232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901952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783080" y="1737360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キーまたは送信ボタンで検索を実行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685800" y="2514600"/>
            <a:ext cx="7772400" cy="658368"/>
          </a:xfrm>
          <a:prstGeom prst="rect">
            <a:avLst>
              <a:gd name="adj" fmla="val 6944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22960" y="2633472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679192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83080" y="2514600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数秒以内にAI回答が自動生成される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685800" y="3291840"/>
            <a:ext cx="7772400" cy="658368"/>
          </a:xfrm>
          <a:prstGeom prst="rect">
            <a:avLst>
              <a:gd name="adj" fmla="val 6944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22960" y="3410712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456432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83080" y="3291840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引用番号をクリックして情報源を確認できる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"/>
            <a:ext cx="1435608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"/>
            <a:ext cx="143560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フォローアップ質問とは？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914400"/>
            <a:ext cx="7772400" cy="594360"/>
          </a:xfrm>
          <a:prstGeom prst="rect">
            <a:avLst>
              <a:gd name="adj" fmla="val 7692"/>
            </a:avLst>
          </a:prstGeom>
          <a:solidFill>
            <a:srgbClr val="DBEAF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5156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91440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最初の回答に対してさらに詳しく聞く機能。会話を続けることで、より深い情報を得られる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05256" y="1783080"/>
            <a:ext cx="2286000" cy="1188720"/>
          </a:xfrm>
          <a:prstGeom prst="rect">
            <a:avLst>
              <a:gd name="adj" fmla="val 3846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05256" y="19202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「もっと詳しく教えて」</a:t>
            </a:r>
            <a:endParaRPr lang="en-US" sz="16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816" y="2331720"/>
            <a:ext cx="182880" cy="182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05256" y="2560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回答を深掘りする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3429000" y="1783080"/>
            <a:ext cx="2286000" cy="1188720"/>
          </a:xfrm>
          <a:prstGeom prst="rect">
            <a:avLst>
              <a:gd name="adj" fmla="val 3846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429000" y="19202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「具体例を挙げて」</a:t>
            </a:r>
            <a:endParaRPr lang="en-US" sz="16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2331720"/>
            <a:ext cx="182880" cy="1828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429000" y="2560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事例で理解を深める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952744" y="1783080"/>
            <a:ext cx="2286000" cy="1188720"/>
          </a:xfrm>
          <a:prstGeom prst="rect">
            <a:avLst>
              <a:gd name="adj" fmla="val 3846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952744" y="19202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「日本での状況は？」</a:t>
            </a:r>
            <a:endParaRPr lang="en-US" sz="16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4304" y="2331720"/>
            <a:ext cx="182880" cy="1828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952744" y="2560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地域・条件を絞り込む</a:t>
            </a:r>
            <a:endParaRPr lang="en-US" sz="14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246120"/>
            <a:ext cx="201168" cy="20116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78408" y="320040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同じスレッド内で質問すると、前の回答を踏まえて回答してくれます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"/>
            <a:ext cx="841248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"/>
            <a:ext cx="84124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実演: フォローアップ質問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914400"/>
            <a:ext cx="7772400" cy="502920"/>
          </a:xfrm>
          <a:prstGeom prst="rect">
            <a:avLst>
              <a:gd name="adj" fmla="val 9091"/>
            </a:avLst>
          </a:prstGeom>
          <a:solidFill>
            <a:srgbClr val="D1FAE5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0584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91440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フォローアップ: 「その中で、日本企業の活用事例は？」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85800" y="1600200"/>
            <a:ext cx="7772400" cy="2286000"/>
          </a:xfrm>
          <a:prstGeom prst="rect">
            <a:avLst>
              <a:gd name="adj" fmla="val 2400"/>
            </a:avLst>
          </a:prstGeom>
          <a:solidFill>
            <a:srgbClr val="F3F4F6"/>
          </a:solidFill>
          <a:ln/>
        </p:spPr>
      </p:sp>
      <p:sp>
        <p:nvSpPr>
          <p:cNvPr id="13" name="Shape 10"/>
          <p:cNvSpPr/>
          <p:nvPr/>
        </p:nvSpPr>
        <p:spPr>
          <a:xfrm>
            <a:off x="868680" y="1737360"/>
            <a:ext cx="777240" cy="347472"/>
          </a:xfrm>
          <a:prstGeom prst="rect">
            <a:avLst>
              <a:gd name="adj" fmla="val 10526"/>
            </a:avLst>
          </a:prstGeom>
          <a:solidFill>
            <a:srgbClr val="DBEAFE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173736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783080" y="173736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前の検索結果の下にある入力欄をクリック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68680" y="2240280"/>
            <a:ext cx="777240" cy="347472"/>
          </a:xfrm>
          <a:prstGeom prst="rect">
            <a:avLst>
              <a:gd name="adj" fmla="val 10526"/>
            </a:avLst>
          </a:prstGeom>
          <a:solidFill>
            <a:srgbClr val="DBEAFE"/>
          </a:solidFill>
          <a:ln/>
        </p:spPr>
      </p:sp>
      <p:sp>
        <p:nvSpPr>
          <p:cNvPr id="17" name="Text 14"/>
          <p:cNvSpPr/>
          <p:nvPr/>
        </p:nvSpPr>
        <p:spPr>
          <a:xfrm>
            <a:off x="868680" y="224028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783080" y="224028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フォローアップの質問を入力して送信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868680" y="2743200"/>
            <a:ext cx="777240" cy="347472"/>
          </a:xfrm>
          <a:prstGeom prst="rect">
            <a:avLst>
              <a:gd name="adj" fmla="val 10526"/>
            </a:avLst>
          </a:prstGeom>
          <a:solidFill>
            <a:srgbClr val="DBEAFE"/>
          </a:solidFill>
          <a:ln/>
        </p:spPr>
      </p:sp>
      <p:sp>
        <p:nvSpPr>
          <p:cNvPr id="20" name="Text 17"/>
          <p:cNvSpPr/>
          <p:nvPr/>
        </p:nvSpPr>
        <p:spPr>
          <a:xfrm>
            <a:off x="868680" y="274320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783080" y="274320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AIが前の文脈を踏まえて追加情報を収集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68680" y="3246120"/>
            <a:ext cx="777240" cy="347472"/>
          </a:xfrm>
          <a:prstGeom prst="rect">
            <a:avLst>
              <a:gd name="adj" fmla="val 10526"/>
            </a:avLst>
          </a:prstGeom>
          <a:solidFill>
            <a:srgbClr val="DBEAFE"/>
          </a:solidFill>
          <a:ln/>
        </p:spPr>
      </p:sp>
      <p:sp>
        <p:nvSpPr>
          <p:cNvPr id="23" name="Text 20"/>
          <p:cNvSpPr/>
          <p:nvPr/>
        </p:nvSpPr>
        <p:spPr>
          <a:xfrm>
            <a:off x="868680" y="324612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783080" y="324612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より具体的な回答（日本企業の事例）が表示される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"/>
            <a:ext cx="960120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情報源を確認する重要性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960120"/>
            <a:ext cx="3767328" cy="1325880"/>
          </a:xfrm>
          <a:prstGeom prst="rect">
            <a:avLst>
              <a:gd name="adj" fmla="val 3448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960120"/>
            <a:ext cx="3767328" cy="411480"/>
          </a:xfrm>
          <a:prstGeom prst="rect">
            <a:avLst>
              <a:gd name="adj" fmla="val 11111"/>
            </a:avLst>
          </a:prstGeom>
          <a:solidFill>
            <a:srgbClr val="D1FAE5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33272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43000" y="960120"/>
            <a:ext cx="317296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信頼性の確認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22960" y="1463040"/>
            <a:ext cx="3493008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情報源が信頼できる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サイトか判断する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690872" y="960120"/>
            <a:ext cx="3767328" cy="1325880"/>
          </a:xfrm>
          <a:prstGeom prst="rect">
            <a:avLst>
              <a:gd name="adj" fmla="val 3448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90872" y="960120"/>
            <a:ext cx="3767328" cy="411480"/>
          </a:xfrm>
          <a:prstGeom prst="rect">
            <a:avLst>
              <a:gd name="adj" fmla="val 11111"/>
            </a:avLst>
          </a:prstGeom>
          <a:solidFill>
            <a:srgbClr val="DBEAFE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033272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148072" y="960120"/>
            <a:ext cx="317296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正確性の検証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828032" y="1463040"/>
            <a:ext cx="3493008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AIの回答が正しいか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元情報と照合する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85800" y="2468880"/>
            <a:ext cx="3767328" cy="1325880"/>
          </a:xfrm>
          <a:prstGeom prst="rect">
            <a:avLst>
              <a:gd name="adj" fmla="val 3448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85800" y="2468880"/>
            <a:ext cx="3767328" cy="411480"/>
          </a:xfrm>
          <a:prstGeom prst="rect">
            <a:avLst>
              <a:gd name="adj" fmla="val 11111"/>
            </a:avLst>
          </a:prstGeom>
          <a:solidFill>
            <a:srgbClr val="EDE9FE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42032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143000" y="2468880"/>
            <a:ext cx="317296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詳細の探索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822960" y="2971800"/>
            <a:ext cx="3493008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より詳しい情報を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元サイトで確認する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4690872" y="2468880"/>
            <a:ext cx="3767328" cy="1325880"/>
          </a:xfrm>
          <a:prstGeom prst="rect">
            <a:avLst>
              <a:gd name="adj" fmla="val 3448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690872" y="2468880"/>
            <a:ext cx="3767328" cy="411480"/>
          </a:xfrm>
          <a:prstGeom prst="rect">
            <a:avLst>
              <a:gd name="adj" fmla="val 11111"/>
            </a:avLst>
          </a:prstGeom>
          <a:solidFill>
            <a:srgbClr val="FEF3C7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2542032"/>
            <a:ext cx="256032" cy="25603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148072" y="2468880"/>
            <a:ext cx="317296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多角的な視点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4828032" y="2971800"/>
            <a:ext cx="3493008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複数の情報源で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異なる意見を比較する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685800" y="3657600"/>
            <a:ext cx="7772400" cy="438912"/>
          </a:xfrm>
          <a:prstGeom prst="rect">
            <a:avLst>
              <a:gd name="adj" fmla="val 8333"/>
            </a:avLst>
          </a:prstGeom>
          <a:solidFill>
            <a:srgbClr val="FEF3C7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3749040"/>
            <a:ext cx="219456" cy="21945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097280" y="3657600"/>
            <a:ext cx="722376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AI生成の回答は必ずしも正確ではありません。重要な情報は情報源で裏取りしましょう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"/>
            <a:ext cx="841248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"/>
            <a:ext cx="84124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検索のコツ1: キーワード選択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914400"/>
            <a:ext cx="3657600" cy="502920"/>
          </a:xfrm>
          <a:prstGeom prst="rect">
            <a:avLst>
              <a:gd name="adj" fmla="val 7273"/>
            </a:avLst>
          </a:prstGeom>
          <a:solidFill>
            <a:srgbClr val="FEE2E2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24128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9144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悪い例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85800" y="1508760"/>
            <a:ext cx="3657600" cy="402336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1508760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「AI」（広すぎる）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85800" y="1984248"/>
            <a:ext cx="36576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1984248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「最近のニュース」（曖昧）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85800" y="2459736"/>
            <a:ext cx="3657600" cy="402336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2459736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「おすすめ」（主観的すぎる）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800600" y="914400"/>
            <a:ext cx="3657600" cy="502920"/>
          </a:xfrm>
          <a:prstGeom prst="rect">
            <a:avLst>
              <a:gd name="adj" fmla="val 7273"/>
            </a:avLst>
          </a:prstGeom>
          <a:solidFill>
            <a:srgbClr val="D1FAE5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024128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303520" y="9144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良い例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4800600" y="1508760"/>
            <a:ext cx="3657600" cy="402336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937760" y="1508760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「生成AIの企業活用事例 2024年」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4800600" y="1984248"/>
            <a:ext cx="36576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937760" y="1984248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「リモートワーク 生産性 最新研究」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4800600" y="2459736"/>
            <a:ext cx="3657600" cy="402336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937760" y="2459736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「Python vs JavaScript 初心者 比較」</a:t>
            </a:r>
            <a:endParaRPr lang="en-US" sz="12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291840"/>
            <a:ext cx="201168" cy="20116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978408" y="324612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具体的なキーワード + 質問形式で書くと、Perplexityの回答精度が上がります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"/>
            <a:ext cx="841248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"/>
            <a:ext cx="84124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検索のコツ2: フォーカス活用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914400"/>
            <a:ext cx="7772400" cy="502920"/>
          </a:xfrm>
          <a:prstGeom prst="rect">
            <a:avLst>
              <a:gd name="adj" fmla="val 9091"/>
            </a:avLst>
          </a:prstGeom>
          <a:solidFill>
            <a:srgbClr val="DBEAFE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91440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目的に合わせてフォーカスを選ぶと、検索精度が大幅にアップ！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1600200"/>
            <a:ext cx="7772400" cy="411480"/>
          </a:xfrm>
          <a:prstGeom prst="rect">
            <a:avLst>
              <a:gd name="adj" fmla="val 8889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16002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74920" y="16002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おすすめフォーカス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2011680"/>
            <a:ext cx="7772400" cy="50292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2121408"/>
            <a:ext cx="256032" cy="25603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43000" y="20116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一般的な情報を調べたい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074920" y="20116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Web（デフォルト）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85800" y="2578608"/>
            <a:ext cx="777240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688336"/>
            <a:ext cx="256032" cy="25603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143000" y="257860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学術論文・研究データが必要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5074920" y="257860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685800" y="3145536"/>
            <a:ext cx="7772400" cy="50292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255264"/>
            <a:ext cx="256032" cy="25603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143000" y="3145536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ユーザーの声・口コミを知りたい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5074920" y="314553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</a:t>
            </a:r>
            <a:endParaRPr lang="en-US" sz="14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520440"/>
            <a:ext cx="201168" cy="20116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78408" y="347472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迷ったらWeb（デフォルト）のまま検索すればOK。慣れてきたら切り替えましょう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"/>
            <a:ext cx="1197864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"/>
            <a:ext cx="119786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まとめ: 基本的な検索の流れ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00100" y="1005840"/>
            <a:ext cx="1325880" cy="1143000"/>
          </a:xfrm>
          <a:prstGeom prst="rect">
            <a:avLst>
              <a:gd name="adj" fmla="val 40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03020" y="109728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5024" y="1463040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00100" y="178308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キーワード入力</a:t>
            </a:r>
            <a:endParaRPr lang="en-US" sz="1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268" y="1444752"/>
            <a:ext cx="182880" cy="1828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354580" y="1005840"/>
            <a:ext cx="1325880" cy="1143000"/>
          </a:xfrm>
          <a:prstGeom prst="rect">
            <a:avLst>
              <a:gd name="adj" fmla="val 40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857500" y="109728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9504" y="1463040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354580" y="178308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検索実行</a:t>
            </a:r>
            <a:endParaRPr lang="en-US" sz="12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8748" y="1444752"/>
            <a:ext cx="182880" cy="18288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3909060" y="1005840"/>
            <a:ext cx="1325880" cy="1143000"/>
          </a:xfrm>
          <a:prstGeom prst="rect">
            <a:avLst>
              <a:gd name="adj" fmla="val 40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4411980" y="109728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3984" y="1463040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909060" y="178308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結果確認</a:t>
            </a:r>
            <a:endParaRPr lang="en-US" sz="12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3228" y="1444752"/>
            <a:ext cx="182880" cy="182880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5463540" y="1005840"/>
            <a:ext cx="1325880" cy="1143000"/>
          </a:xfrm>
          <a:prstGeom prst="rect">
            <a:avLst>
              <a:gd name="adj" fmla="val 40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5966460" y="1097280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8464" y="1463040"/>
            <a:ext cx="256032" cy="25603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463540" y="178308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情報源確認</a:t>
            </a:r>
            <a:endParaRPr lang="en-US" sz="12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7708" y="1444752"/>
            <a:ext cx="182880" cy="182880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7018020" y="1005840"/>
            <a:ext cx="1325880" cy="1143000"/>
          </a:xfrm>
          <a:prstGeom prst="rect">
            <a:avLst>
              <a:gd name="adj" fmla="val 40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0"/>
          <p:cNvSpPr/>
          <p:nvPr/>
        </p:nvSpPr>
        <p:spPr>
          <a:xfrm>
            <a:off x="7520940" y="1097280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52944" y="1463040"/>
            <a:ext cx="256032" cy="25603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7018020" y="178308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フォローアップ</a:t>
            </a:r>
            <a:endParaRPr lang="en-US" sz="1200" dirty="0"/>
          </a:p>
        </p:txBody>
      </p:sp>
      <p:sp>
        <p:nvSpPr>
          <p:cNvPr id="33" name="Shape 22"/>
          <p:cNvSpPr/>
          <p:nvPr/>
        </p:nvSpPr>
        <p:spPr>
          <a:xfrm>
            <a:off x="685800" y="2423160"/>
            <a:ext cx="7772400" cy="502920"/>
          </a:xfrm>
          <a:prstGeom prst="rect">
            <a:avLst>
              <a:gd name="adj" fmla="val 9091"/>
            </a:avLst>
          </a:prstGeom>
          <a:solidFill>
            <a:srgbClr val="DBEAFE"/>
          </a:solidFill>
          <a:ln/>
        </p:spPr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" y="2532888"/>
            <a:ext cx="256032" cy="256032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1188720" y="242316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 → 確認 → 深掘り のサイクルを回すことで、質の高い情報収集ができます</a:t>
            </a:r>
            <a:endParaRPr lang="en-US" sz="1600" dirty="0"/>
          </a:p>
        </p:txBody>
      </p:sp>
      <p:sp>
        <p:nvSpPr>
          <p:cNvPr id="36" name="Shape 24"/>
          <p:cNvSpPr/>
          <p:nvPr/>
        </p:nvSpPr>
        <p:spPr>
          <a:xfrm>
            <a:off x="685800" y="3154680"/>
            <a:ext cx="7772400" cy="438912"/>
          </a:xfrm>
          <a:prstGeom prst="rect">
            <a:avLst>
              <a:gd name="adj" fmla="val 8333"/>
            </a:avLst>
          </a:prstGeom>
          <a:solidFill>
            <a:srgbClr val="F3F4F6"/>
          </a:solidFill>
          <a:ln/>
        </p:spPr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2960" y="3246120"/>
            <a:ext cx="219456" cy="219456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1143000" y="3154680"/>
            <a:ext cx="7178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次のパート: P-03 高度な検索テクニック（Focus機能・Pro Search など）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P-02: 基本的な検索の使い方 -- Perplexityで検索を始める</dc:title>
  <dc:subject>PptxGenJS Presentation</dc:subject>
  <dc:creator>Gorilla Knowledge</dc:creator>
  <cp:lastModifiedBy>Gorilla Knowledge</cp:lastModifiedBy>
  <cp:revision>1</cp:revision>
  <dcterms:created xsi:type="dcterms:W3CDTF">2026-04-01T20:15:05Z</dcterms:created>
  <dcterms:modified xsi:type="dcterms:W3CDTF">2026-04-01T20:15:05Z</dcterms:modified>
</cp:coreProperties>
</file>