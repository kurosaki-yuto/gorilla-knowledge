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生成AIの業務活用実践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日常業務をAIで効率化する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AI-104   |   全社員向け（AI-103修了者）   |   10分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生成AIで効率化できる5つの業務カテゴリを挙げられる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各業務での具体的なプロンプト例を実践できる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AI活用のBefore/After（工数削減）を定量的にイメージできる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生成AIで効率化できる5つの業務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5820" y="1005840"/>
            <a:ext cx="23317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" y="100584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737360" y="128016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660" y="1389888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5820" y="2011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文書作成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211580" y="251460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5820" y="2606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メール・議事録・報告書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406140" y="1005840"/>
            <a:ext cx="23317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06140" y="100584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Shape 13"/>
          <p:cNvSpPr/>
          <p:nvPr/>
        </p:nvSpPr>
        <p:spPr>
          <a:xfrm>
            <a:off x="4297680" y="1280160"/>
            <a:ext cx="548640" cy="5486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1389888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06140" y="2011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3771900" y="251460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06140" y="2606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集計・グラフ解釈・レポート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966460" y="1005840"/>
            <a:ext cx="23317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966460" y="100584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Shape 19"/>
          <p:cNvSpPr/>
          <p:nvPr/>
        </p:nvSpPr>
        <p:spPr>
          <a:xfrm>
            <a:off x="6858000" y="128016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1389888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966460" y="2011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332220" y="251460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966460" y="2606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市場調査・競合分析・論文要約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2125980" y="3566160"/>
            <a:ext cx="23317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2125980" y="35661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Shape 25"/>
          <p:cNvSpPr/>
          <p:nvPr/>
        </p:nvSpPr>
        <p:spPr>
          <a:xfrm>
            <a:off x="3017520" y="384048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820" y="3950208"/>
            <a:ext cx="320040" cy="3200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2125980" y="4572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アイデア出し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2491740" y="507492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125980" y="5166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企画・コピー・ブレスト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4686300" y="3566160"/>
            <a:ext cx="23317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686300" y="35661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Shape 31"/>
          <p:cNvSpPr/>
          <p:nvPr/>
        </p:nvSpPr>
        <p:spPr>
          <a:xfrm>
            <a:off x="5577840" y="384048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2140" y="3950208"/>
            <a:ext cx="320040" cy="32004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4686300" y="4572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ワークフロー自動化</a:t>
            </a:r>
            <a:endParaRPr lang="en-US" sz="1800" dirty="0"/>
          </a:p>
        </p:txBody>
      </p:sp>
      <p:sp>
        <p:nvSpPr>
          <p:cNvPr id="40" name="Shape 33"/>
          <p:cNvSpPr/>
          <p:nvPr/>
        </p:nvSpPr>
        <p:spPr>
          <a:xfrm>
            <a:off x="5052060" y="507492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4686300" y="5166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定型作業・テンプレート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0972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 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文書作成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メール・議事録・報告書の作成をAIで大幅スピードアップ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554480"/>
            <a:ext cx="68580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554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削減率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2011680"/>
            <a:ext cx="6858000" cy="4572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011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メール作成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08960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0116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2468880"/>
            <a:ext cx="6858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468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議事録作成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08960" y="24688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24688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24688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" y="2926080"/>
            <a:ext cx="6858000" cy="4572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報告書ドラフト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108960" y="2926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54880" y="2926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0" y="2926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5800" y="3246120"/>
            <a:ext cx="7772400" cy="10058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3246120"/>
            <a:ext cx="4572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3566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「以下の会議メモをもとに、議事録を作成してください。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参加者・決定事項・次のアクションを整理してください。」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097280" cy="256032"/>
          </a:xfrm>
          <a:prstGeom prst="rect">
            <a:avLst>
              <a:gd name="adj" fmla="val 17857"/>
            </a:avLst>
          </a:prstGeom>
          <a:solidFill>
            <a:srgbClr val="D1FAE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 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データ分析・集計の補助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Excelデータの要約、グラフ解釈、レポート作成をAIがサポート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554480"/>
            <a:ext cx="7772400" cy="59436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64208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5544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データ要約:  40分  →  10分（75%削減）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87168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2377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Excelのデータを貼り付けて「売上の傾向を分析して」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90088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8803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グラフを見せて「この推移から読み取れるポイントを3つ挙げて」</a:t>
            </a:r>
            <a:endParaRPr lang="en-US" sz="16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93008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383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「前年同期比で異常値があれば指摘して」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0" name="Shape 14"/>
          <p:cNvSpPr/>
          <p:nvPr/>
        </p:nvSpPr>
        <p:spPr>
          <a:xfrm>
            <a:off x="685800" y="393192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5"/>
          <p:cNvSpPr/>
          <p:nvPr/>
        </p:nvSpPr>
        <p:spPr>
          <a:xfrm>
            <a:off x="914400" y="3931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プロンプト例: 「以下の売上データを分析して、上位3つのトレンドと注意すべきポイントを教えてください。」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097280" cy="256032"/>
          </a:xfrm>
          <a:prstGeom prst="rect">
            <a:avLst>
              <a:gd name="adj" fmla="val 17857"/>
            </a:avLst>
          </a:prstGeom>
          <a:solidFill>
            <a:srgbClr val="FEF3C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 ③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リサーチ・情報収集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市場調査・競合分析・論文要約を効率化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554480"/>
            <a:ext cx="7772400" cy="59436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64208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5544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市場調査レポート:  3時間  →  45分（75%削減）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85800" y="2423160"/>
            <a:ext cx="7772400" cy="54864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85800" y="2423160"/>
            <a:ext cx="457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2423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市場調査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514600" y="2423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「〇〇業界の2025年トレンドを5つ教えて」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85800" y="3063240"/>
            <a:ext cx="7772400" cy="54864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Shape 15"/>
          <p:cNvSpPr/>
          <p:nvPr/>
        </p:nvSpPr>
        <p:spPr>
          <a:xfrm>
            <a:off x="685800" y="3063240"/>
            <a:ext cx="457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競合分析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514600" y="3063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「A社とB社のサービスを比較表にして」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85800" y="3703320"/>
            <a:ext cx="7772400" cy="54864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2" name="Shape 19"/>
          <p:cNvSpPr/>
          <p:nvPr/>
        </p:nvSpPr>
        <p:spPr>
          <a:xfrm>
            <a:off x="685800" y="3703320"/>
            <a:ext cx="457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3703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論文要約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514600" y="3703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「この論文の要点を3つにまとめて」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580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AIの情報には古いものや不正確なものが混じる場合あり → 一次ソースで裏取りを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097280" cy="256032"/>
          </a:xfrm>
          <a:prstGeom prst="rect">
            <a:avLst>
              <a:gd name="adj" fmla="val 17857"/>
            </a:avLst>
          </a:prstGeom>
          <a:solidFill>
            <a:srgbClr val="FEF3C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 ④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アイデア出し・ブレスト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企画書・キャッチコピー・会議のファシリテーションに活用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554480"/>
            <a:ext cx="7772400" cy="59436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64208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5544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企画案ブレスト:  60分  →  15分（75%削減）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85800" y="2423160"/>
            <a:ext cx="7772400" cy="54864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85800" y="2423160"/>
            <a:ext cx="457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企画書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971800" y="2423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「新入社員向け研修企画を5案出して」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85800" y="3063240"/>
            <a:ext cx="7772400" cy="54864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Shape 15"/>
          <p:cNvSpPr/>
          <p:nvPr/>
        </p:nvSpPr>
        <p:spPr>
          <a:xfrm>
            <a:off x="685800" y="3063240"/>
            <a:ext cx="457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キャッチコピー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971800" y="3063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「〇〇商品のキャッチコピーを10案考えて」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85800" y="3703320"/>
            <a:ext cx="7772400" cy="54864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2" name="Shape 19"/>
          <p:cNvSpPr/>
          <p:nvPr/>
        </p:nvSpPr>
        <p:spPr>
          <a:xfrm>
            <a:off x="685800" y="3703320"/>
            <a:ext cx="457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会議準備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971800" y="3703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「このテーマで議論すべき論点を5つ挙げて」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85800" y="4434840"/>
            <a:ext cx="7772400" cy="32004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462272"/>
            <a:ext cx="228600" cy="2286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88720" y="4434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AIの案をそのまま使うのではなく、発想のきっかけとして活用する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0972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 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ワークフロー自動化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定型作業の効率化・テンプレート活用で日々の業務をスマートに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554480"/>
            <a:ext cx="7772400" cy="59436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64208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5544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定型メール:  10分/件  →  2分/件（80%削減）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85800" y="2423160"/>
            <a:ext cx="7772400" cy="54864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85800" y="2423160"/>
            <a:ext cx="457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定型作業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246120" y="2423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お礼メール、フォローアップメールのテンプレート化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85800" y="3063240"/>
            <a:ext cx="7772400" cy="54864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Shape 15"/>
          <p:cNvSpPr/>
          <p:nvPr/>
        </p:nvSpPr>
        <p:spPr>
          <a:xfrm>
            <a:off x="685800" y="3063240"/>
            <a:ext cx="457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3063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テンプレート活用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246120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報告書フォーマットの自動生成・再利用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85800" y="3703320"/>
            <a:ext cx="7772400" cy="54864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2" name="Shape 19"/>
          <p:cNvSpPr/>
          <p:nvPr/>
        </p:nvSpPr>
        <p:spPr>
          <a:xfrm>
            <a:off x="685800" y="3703320"/>
            <a:ext cx="457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チェックリスト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246120" y="3703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プロジェクトのタスク洗い出し、抜け漏れ防止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580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小さな効率化の積み重ねが、大きな時間の節約につながる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総まとめ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43000" y="1051560"/>
            <a:ext cx="6858000" cy="47548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0515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9000" y="105156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従来の時間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4920" y="105156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20840" y="105156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43000" y="1527048"/>
            <a:ext cx="2286000" cy="47548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152704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メール作成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29000" y="1527048"/>
            <a:ext cx="1645920" cy="47548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5270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74920" y="1527048"/>
            <a:ext cx="1645920" cy="47548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15270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20840" y="1527048"/>
            <a:ext cx="1280160" cy="47548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152704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3000" y="2002536"/>
            <a:ext cx="22860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200253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議事録作成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29000" y="2002536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200253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74920" y="2002536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200253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20840" y="2002536"/>
            <a:ext cx="12801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200253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43000" y="2478024"/>
            <a:ext cx="2286000" cy="47548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247802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データ要約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29000" y="2478024"/>
            <a:ext cx="1645920" cy="47548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2478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40分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74920" y="2478024"/>
            <a:ext cx="1645920" cy="47548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2478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10分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720840" y="2478024"/>
            <a:ext cx="1280160" cy="47548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5" name="Text 33"/>
          <p:cNvSpPr/>
          <p:nvPr/>
        </p:nvSpPr>
        <p:spPr>
          <a:xfrm>
            <a:off x="6720840" y="2478024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43000" y="2953512"/>
            <a:ext cx="22860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143000" y="295351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市場調査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429000" y="2953512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429000" y="295351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3時間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74920" y="2953512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074920" y="295351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45分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720840" y="2953512"/>
            <a:ext cx="12801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720840" y="295351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43000" y="3429000"/>
            <a:ext cx="2286000" cy="47548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5" name="Text 43"/>
          <p:cNvSpPr/>
          <p:nvPr/>
        </p:nvSpPr>
        <p:spPr>
          <a:xfrm>
            <a:off x="1143000" y="342900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企画ブレスト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429000" y="3429000"/>
            <a:ext cx="1645920" cy="47548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7" name="Text 45"/>
          <p:cNvSpPr/>
          <p:nvPr/>
        </p:nvSpPr>
        <p:spPr>
          <a:xfrm>
            <a:off x="3429000" y="34290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60分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074920" y="3429000"/>
            <a:ext cx="1645920" cy="47548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9" name="Text 47"/>
          <p:cNvSpPr/>
          <p:nvPr/>
        </p:nvSpPr>
        <p:spPr>
          <a:xfrm>
            <a:off x="5074920" y="34290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720840" y="3429000"/>
            <a:ext cx="1280160" cy="47548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51" name="Text 49"/>
          <p:cNvSpPr/>
          <p:nvPr/>
        </p:nvSpPr>
        <p:spPr>
          <a:xfrm>
            <a:off x="6720840" y="342900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43000" y="3904488"/>
            <a:ext cx="22860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1143000" y="390448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定型メール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429000" y="3904488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3429000" y="390448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10分/件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074920" y="3904488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5074920" y="390448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2分/件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720840" y="3904488"/>
            <a:ext cx="12801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720840" y="390448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85800" y="425196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6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325112"/>
            <a:ext cx="274320" cy="274320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1325880" y="4251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いずれも70〜80%以上の時間削減。年間数百時間の業務時間を創出できるポテンシャル。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 成功のコツ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2801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1143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段階的に導入する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いきなり全業務に適用せず、まずは1つの業務から始める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148840"/>
            <a:ext cx="7772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148840"/>
            <a:ext cx="45720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33172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9164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小さく始める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2606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メール1通、議事録1件から。完璧を目指さなくてOK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3200400"/>
            <a:ext cx="7772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200400"/>
            <a:ext cx="45720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38328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9164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チームで共有する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3657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良いプロンプトやうまくいった事例は、チームの資産になる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4206240"/>
            <a:ext cx="77724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2062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「完璧を目指さず、まず使ってみること」が最大のコツ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5大カテゴリ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71800" y="10972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文書作成・データ分析・リサーチ・アイデア出し・自動化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具体プロンプト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71800" y="19659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目的と条件を明確に伝えることで精度が上がる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工数削減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71800" y="28346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各業務で70〜80%以上の時間短縮が見込める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03320"/>
            <a:ext cx="4572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03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成功のコツ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971800" y="37033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小さく始めて、段階的に広げ、チームで共有する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AI-105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AI-104: 生成AIの業務活用実践 — 日常業務をAIで効率化する</dc:title>
  <dc:subject>PptxGenJS Presentation</dc:subject>
  <dc:creator>Gorilla Knowledge</dc:creator>
  <cp:lastModifiedBy>Gorilla Knowledge</cp:lastModifiedBy>
  <cp:revision>1</cp:revision>
  <dcterms:created xsi:type="dcterms:W3CDTF">2026-03-19T15:02:48Z</dcterms:created>
  <dcterms:modified xsi:type="dcterms:W3CDTF">2026-03-19T15:02:48Z</dcterms:modified>
</cp:coreProperties>
</file>